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4"/>
  </p:sldMasterIdLst>
  <p:notesMasterIdLst>
    <p:notesMasterId r:id="rId13"/>
  </p:notesMasterIdLst>
  <p:sldIdLst>
    <p:sldId id="256" r:id="rId5"/>
    <p:sldId id="258" r:id="rId6"/>
    <p:sldId id="274" r:id="rId7"/>
    <p:sldId id="296" r:id="rId8"/>
    <p:sldId id="297" r:id="rId9"/>
    <p:sldId id="298" r:id="rId10"/>
    <p:sldId id="299" r:id="rId11"/>
    <p:sldId id="300" r:id="rId12"/>
  </p:sldIdLst>
  <p:sldSz cx="9144000" cy="5143500" type="screen16x9"/>
  <p:notesSz cx="6858000" cy="9144000"/>
  <p:embeddedFontLst>
    <p:embeddedFont>
      <p:font typeface="Bierstadt Display" panose="020B0004020202020204" pitchFamily="34" charset="0"/>
      <p:regular r:id="rId14"/>
      <p:bold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Raleway" pitchFamily="2" charset="0"/>
      <p:regular r:id="rId20"/>
      <p:bold r:id="rId21"/>
    </p:embeddedFont>
    <p:embeddedFont>
      <p:font typeface="Raleway Medium" pitchFamily="2" charset="0"/>
      <p:regular r:id="rId22"/>
      <p:bold r:id="rId23"/>
      <p:italic r:id="rId24"/>
      <p:boldItalic r:id="rId25"/>
    </p:embeddedFont>
    <p:embeddedFont>
      <p:font typeface="Raleway SemiBold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6D0441-5163-9206-718F-68C2F19B63A0}" v="778" dt="2026-03-16T13:04:35.327"/>
  </p1510:revLst>
</p1510:revInfo>
</file>

<file path=ppt/tableStyles.xml><?xml version="1.0" encoding="utf-8"?>
<a:tblStyleLst xmlns:a="http://schemas.openxmlformats.org/drawingml/2006/main" def="{B5910B5D-EE4D-4313-96DD-47783E390706}">
  <a:tblStyle styleId="{B5910B5D-EE4D-4313-96DD-47783E3907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0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shan Sinan" userId="b643a4c7-ee3a-4380-bd5a-b37fbe974024" providerId="ADAL" clId="{FE0D2A1D-18E7-4665-950F-3EFF8B0E60EF}"/>
    <pc:docChg chg="custSel modSld">
      <pc:chgData name="Jereshan Sinan" userId="b643a4c7-ee3a-4380-bd5a-b37fbe974024" providerId="ADAL" clId="{FE0D2A1D-18E7-4665-950F-3EFF8B0E60EF}" dt="2026-03-17T08:55:09.855" v="24" actId="14100"/>
      <pc:docMkLst>
        <pc:docMk/>
      </pc:docMkLst>
      <pc:sldChg chg="addSp delSp modSp mod">
        <pc:chgData name="Jereshan Sinan" userId="b643a4c7-ee3a-4380-bd5a-b37fbe974024" providerId="ADAL" clId="{FE0D2A1D-18E7-4665-950F-3EFF8B0E60EF}" dt="2026-03-17T08:49:39.966" v="12" actId="1076"/>
        <pc:sldMkLst>
          <pc:docMk/>
          <pc:sldMk cId="2978776110" sldId="298"/>
        </pc:sldMkLst>
        <pc:spChg chg="mod">
          <ac:chgData name="Jereshan Sinan" userId="b643a4c7-ee3a-4380-bd5a-b37fbe974024" providerId="ADAL" clId="{FE0D2A1D-18E7-4665-950F-3EFF8B0E60EF}" dt="2026-03-17T08:49:02.334" v="6" actId="1076"/>
          <ac:spMkLst>
            <pc:docMk/>
            <pc:sldMk cId="2978776110" sldId="298"/>
            <ac:spMk id="4" creationId="{74A658E5-A808-A1E7-F6C9-80BAFCF31A82}"/>
          </ac:spMkLst>
        </pc:spChg>
        <pc:spChg chg="mod">
          <ac:chgData name="Jereshan Sinan" userId="b643a4c7-ee3a-4380-bd5a-b37fbe974024" providerId="ADAL" clId="{FE0D2A1D-18E7-4665-950F-3EFF8B0E60EF}" dt="2026-03-17T08:49:08.470" v="8" actId="14100"/>
          <ac:spMkLst>
            <pc:docMk/>
            <pc:sldMk cId="2978776110" sldId="298"/>
            <ac:spMk id="428" creationId="{7DECFA9C-973D-D728-2FF8-D87642B2832F}"/>
          </ac:spMkLst>
        </pc:spChg>
        <pc:picChg chg="add mod">
          <ac:chgData name="Jereshan Sinan" userId="b643a4c7-ee3a-4380-bd5a-b37fbe974024" providerId="ADAL" clId="{FE0D2A1D-18E7-4665-950F-3EFF8B0E60EF}" dt="2026-03-17T08:49:39.966" v="12" actId="1076"/>
          <ac:picMkLst>
            <pc:docMk/>
            <pc:sldMk cId="2978776110" sldId="298"/>
            <ac:picMk id="3" creationId="{221B1EC5-113E-D1EB-B4C1-F08BF824F104}"/>
          </ac:picMkLst>
        </pc:picChg>
        <pc:picChg chg="del">
          <ac:chgData name="Jereshan Sinan" userId="b643a4c7-ee3a-4380-bd5a-b37fbe974024" providerId="ADAL" clId="{FE0D2A1D-18E7-4665-950F-3EFF8B0E60EF}" dt="2026-03-17T08:48:38.934" v="0" actId="478"/>
          <ac:picMkLst>
            <pc:docMk/>
            <pc:sldMk cId="2978776110" sldId="298"/>
            <ac:picMk id="430" creationId="{D19413BB-295B-0C95-DEB5-C340E7897476}"/>
          </ac:picMkLst>
        </pc:picChg>
      </pc:sldChg>
      <pc:sldChg chg="addSp delSp modSp mod">
        <pc:chgData name="Jereshan Sinan" userId="b643a4c7-ee3a-4380-bd5a-b37fbe974024" providerId="ADAL" clId="{FE0D2A1D-18E7-4665-950F-3EFF8B0E60EF}" dt="2026-03-17T08:55:09.855" v="24" actId="14100"/>
        <pc:sldMkLst>
          <pc:docMk/>
          <pc:sldMk cId="2460566822" sldId="299"/>
        </pc:sldMkLst>
        <pc:spChg chg="mod">
          <ac:chgData name="Jereshan Sinan" userId="b643a4c7-ee3a-4380-bd5a-b37fbe974024" providerId="ADAL" clId="{FE0D2A1D-18E7-4665-950F-3EFF8B0E60EF}" dt="2026-03-17T08:55:01.887" v="21" actId="1076"/>
          <ac:spMkLst>
            <pc:docMk/>
            <pc:sldMk cId="2460566822" sldId="299"/>
            <ac:spMk id="4" creationId="{A32356B2-E84A-B158-DEA6-DF4E2A799E32}"/>
          </ac:spMkLst>
        </pc:spChg>
        <pc:spChg chg="mod">
          <ac:chgData name="Jereshan Sinan" userId="b643a4c7-ee3a-4380-bd5a-b37fbe974024" providerId="ADAL" clId="{FE0D2A1D-18E7-4665-950F-3EFF8B0E60EF}" dt="2026-03-17T08:55:03.518" v="22" actId="1076"/>
          <ac:spMkLst>
            <pc:docMk/>
            <pc:sldMk cId="2460566822" sldId="299"/>
            <ac:spMk id="428" creationId="{A7291AE1-CB62-449B-24F9-BEC6345F47B3}"/>
          </ac:spMkLst>
        </pc:spChg>
        <pc:picChg chg="add mod">
          <ac:chgData name="Jereshan Sinan" userId="b643a4c7-ee3a-4380-bd5a-b37fbe974024" providerId="ADAL" clId="{FE0D2A1D-18E7-4665-950F-3EFF8B0E60EF}" dt="2026-03-17T08:55:09.855" v="24" actId="14100"/>
          <ac:picMkLst>
            <pc:docMk/>
            <pc:sldMk cId="2460566822" sldId="299"/>
            <ac:picMk id="3" creationId="{3091E156-913C-FE88-AD35-7B5495A7920F}"/>
          </ac:picMkLst>
        </pc:picChg>
        <pc:picChg chg="del">
          <ac:chgData name="Jereshan Sinan" userId="b643a4c7-ee3a-4380-bd5a-b37fbe974024" providerId="ADAL" clId="{FE0D2A1D-18E7-4665-950F-3EFF8B0E60EF}" dt="2026-03-17T08:54:45.558" v="15" actId="478"/>
          <ac:picMkLst>
            <pc:docMk/>
            <pc:sldMk cId="2460566822" sldId="299"/>
            <ac:picMk id="430" creationId="{8F594365-F17F-7F9F-D921-7C573B0A0F86}"/>
          </ac:picMkLst>
        </pc:picChg>
      </pc:sldChg>
    </pc:docChg>
  </pc:docChgLst>
  <pc:docChgLst>
    <pc:chgData name="Kaylene Martins" userId="S::kaylene.martins@capaciti.org.za::f0b83a41-6e49-4138-bdf9-d24b7eef20be" providerId="AD" clId="Web-{286D0441-5163-9206-718F-68C2F19B63A0}"/>
    <pc:docChg chg="addSld delSld modSld sldOrd">
      <pc:chgData name="Kaylene Martins" userId="S::kaylene.martins@capaciti.org.za::f0b83a41-6e49-4138-bdf9-d24b7eef20be" providerId="AD" clId="Web-{286D0441-5163-9206-718F-68C2F19B63A0}" dt="2026-03-16T13:04:35.327" v="708" actId="1076"/>
      <pc:docMkLst>
        <pc:docMk/>
      </pc:docMkLst>
      <pc:sldChg chg="addSp delSp modSp">
        <pc:chgData name="Kaylene Martins" userId="S::kaylene.martins@capaciti.org.za::f0b83a41-6e49-4138-bdf9-d24b7eef20be" providerId="AD" clId="Web-{286D0441-5163-9206-718F-68C2F19B63A0}" dt="2026-03-16T13:04:35.327" v="708" actId="1076"/>
        <pc:sldMkLst>
          <pc:docMk/>
          <pc:sldMk cId="0" sldId="256"/>
        </pc:sldMkLst>
        <pc:spChg chg="add del mod">
          <ac:chgData name="Kaylene Martins" userId="S::kaylene.martins@capaciti.org.za::f0b83a41-6e49-4138-bdf9-d24b7eef20be" providerId="AD" clId="Web-{286D0441-5163-9206-718F-68C2F19B63A0}" dt="2026-03-16T13:03:27.997" v="647"/>
          <ac:spMkLst>
            <pc:docMk/>
            <pc:sldMk cId="0" sldId="256"/>
            <ac:spMk id="2" creationId="{4A8ADC7C-140B-5736-358D-C836F698BB7F}"/>
          </ac:spMkLst>
        </pc:spChg>
        <pc:spChg chg="add mod">
          <ac:chgData name="Kaylene Martins" userId="S::kaylene.martins@capaciti.org.za::f0b83a41-6e49-4138-bdf9-d24b7eef20be" providerId="AD" clId="Web-{286D0441-5163-9206-718F-68C2F19B63A0}" dt="2026-03-16T13:04:35.327" v="708" actId="1076"/>
          <ac:spMkLst>
            <pc:docMk/>
            <pc:sldMk cId="0" sldId="256"/>
            <ac:spMk id="3" creationId="{96518D7A-A0D1-E931-2504-15A48F4F622D}"/>
          </ac:spMkLst>
        </pc:spChg>
        <pc:spChg chg="mod">
          <ac:chgData name="Kaylene Martins" userId="S::kaylene.martins@capaciti.org.za::f0b83a41-6e49-4138-bdf9-d24b7eef20be" providerId="AD" clId="Web-{286D0441-5163-9206-718F-68C2F19B63A0}" dt="2026-03-16T12:19:24.717" v="28" actId="20577"/>
          <ac:spMkLst>
            <pc:docMk/>
            <pc:sldMk cId="0" sldId="256"/>
            <ac:spMk id="177" creationId="{00000000-0000-0000-0000-000000000000}"/>
          </ac:spMkLst>
        </pc:spChg>
        <pc:spChg chg="mod">
          <ac:chgData name="Kaylene Martins" userId="S::kaylene.martins@capaciti.org.za::f0b83a41-6e49-4138-bdf9-d24b7eef20be" providerId="AD" clId="Web-{286D0441-5163-9206-718F-68C2F19B63A0}" dt="2026-03-16T12:19:50.108" v="52" actId="20577"/>
          <ac:spMkLst>
            <pc:docMk/>
            <pc:sldMk cId="0" sldId="256"/>
            <ac:spMk id="178" creationId="{00000000-0000-0000-0000-000000000000}"/>
          </ac:spMkLst>
        </pc:spChg>
      </pc:sldChg>
      <pc:sldChg chg="delSp del">
        <pc:chgData name="Kaylene Martins" userId="S::kaylene.martins@capaciti.org.za::f0b83a41-6e49-4138-bdf9-d24b7eef20be" providerId="AD" clId="Web-{286D0441-5163-9206-718F-68C2F19B63A0}" dt="2026-03-16T12:20:32.844" v="54"/>
        <pc:sldMkLst>
          <pc:docMk/>
          <pc:sldMk cId="0" sldId="257"/>
        </pc:sldMkLst>
        <pc:graphicFrameChg chg="del">
          <ac:chgData name="Kaylene Martins" userId="S::kaylene.martins@capaciti.org.za::f0b83a41-6e49-4138-bdf9-d24b7eef20be" providerId="AD" clId="Web-{286D0441-5163-9206-718F-68C2F19B63A0}" dt="2026-03-16T12:20:19.594" v="53"/>
          <ac:graphicFrameMkLst>
            <pc:docMk/>
            <pc:sldMk cId="0" sldId="257"/>
            <ac:graphicFrameMk id="185" creationId="{00000000-0000-0000-0000-000000000000}"/>
          </ac:graphicFrameMkLst>
        </pc:graphicFrameChg>
      </pc:sldChg>
      <pc:sldChg chg="addSp delSp modSp">
        <pc:chgData name="Kaylene Martins" userId="S::kaylene.martins@capaciti.org.za::f0b83a41-6e49-4138-bdf9-d24b7eef20be" providerId="AD" clId="Web-{286D0441-5163-9206-718F-68C2F19B63A0}" dt="2026-03-16T12:59:43.545" v="634"/>
        <pc:sldMkLst>
          <pc:docMk/>
          <pc:sldMk cId="0" sldId="258"/>
        </pc:sldMkLst>
        <pc:spChg chg="add del mod">
          <ac:chgData name="Kaylene Martins" userId="S::kaylene.martins@capaciti.org.za::f0b83a41-6e49-4138-bdf9-d24b7eef20be" providerId="AD" clId="Web-{286D0441-5163-9206-718F-68C2F19B63A0}" dt="2026-03-16T12:55:45.745" v="290"/>
          <ac:spMkLst>
            <pc:docMk/>
            <pc:sldMk cId="0" sldId="258"/>
            <ac:spMk id="3" creationId="{34CFDB18-F8DE-7F70-DB95-2894CB2FE911}"/>
          </ac:spMkLst>
        </pc:spChg>
        <pc:spChg chg="add del mod">
          <ac:chgData name="Kaylene Martins" userId="S::kaylene.martins@capaciti.org.za::f0b83a41-6e49-4138-bdf9-d24b7eef20be" providerId="AD" clId="Web-{286D0441-5163-9206-718F-68C2F19B63A0}" dt="2026-03-16T12:55:45.745" v="285"/>
          <ac:spMkLst>
            <pc:docMk/>
            <pc:sldMk cId="0" sldId="258"/>
            <ac:spMk id="4" creationId="{4703ABA8-A02F-BCBB-FA3D-C75A8A28996C}"/>
          </ac:spMkLst>
        </pc:spChg>
        <pc:spChg chg="add del mod">
          <ac:chgData name="Kaylene Martins" userId="S::kaylene.martins@capaciti.org.za::f0b83a41-6e49-4138-bdf9-d24b7eef20be" providerId="AD" clId="Web-{286D0441-5163-9206-718F-68C2F19B63A0}" dt="2026-03-16T12:55:45.745" v="289"/>
          <ac:spMkLst>
            <pc:docMk/>
            <pc:sldMk cId="0" sldId="258"/>
            <ac:spMk id="5" creationId="{EC35985F-19E9-B8E8-6A4B-7E5ABAD61E69}"/>
          </ac:spMkLst>
        </pc:spChg>
        <pc:spChg chg="add del mod">
          <ac:chgData name="Kaylene Martins" userId="S::kaylene.martins@capaciti.org.za::f0b83a41-6e49-4138-bdf9-d24b7eef20be" providerId="AD" clId="Web-{286D0441-5163-9206-718F-68C2F19B63A0}" dt="2026-03-16T12:55:48.167" v="292"/>
          <ac:spMkLst>
            <pc:docMk/>
            <pc:sldMk cId="0" sldId="258"/>
            <ac:spMk id="7" creationId="{360FD06E-C18B-47D2-6FC2-AECF736EB21E}"/>
          </ac:spMkLst>
        </pc:spChg>
        <pc:spChg chg="add del mod">
          <ac:chgData name="Kaylene Martins" userId="S::kaylene.martins@capaciti.org.za::f0b83a41-6e49-4138-bdf9-d24b7eef20be" providerId="AD" clId="Web-{286D0441-5163-9206-718F-68C2F19B63A0}" dt="2026-03-16T12:55:00.564" v="278"/>
          <ac:spMkLst>
            <pc:docMk/>
            <pc:sldMk cId="0" sldId="258"/>
            <ac:spMk id="7" creationId="{EEF4784E-DB17-C35B-0BDC-74D891E40EDB}"/>
          </ac:spMkLst>
        </pc:spChg>
        <pc:spChg chg="add del mod">
          <ac:chgData name="Kaylene Martins" userId="S::kaylene.martins@capaciti.org.za::f0b83a41-6e49-4138-bdf9-d24b7eef20be" providerId="AD" clId="Web-{286D0441-5163-9206-718F-68C2F19B63A0}" dt="2026-03-16T12:55:48.167" v="291"/>
          <ac:spMkLst>
            <pc:docMk/>
            <pc:sldMk cId="0" sldId="258"/>
            <ac:spMk id="9" creationId="{23B85694-6C6C-66FD-8FED-7A6E85887684}"/>
          </ac:spMkLst>
        </pc:spChg>
        <pc:spChg chg="add del mod">
          <ac:chgData name="Kaylene Martins" userId="S::kaylene.martins@capaciti.org.za::f0b83a41-6e49-4138-bdf9-d24b7eef20be" providerId="AD" clId="Web-{286D0441-5163-9206-718F-68C2F19B63A0}" dt="2026-03-16T12:55:04.189" v="279"/>
          <ac:spMkLst>
            <pc:docMk/>
            <pc:sldMk cId="0" sldId="258"/>
            <ac:spMk id="9" creationId="{3B235899-A912-4B17-C0CE-47A4EC5FEC75}"/>
          </ac:spMkLst>
        </pc:spChg>
        <pc:spChg chg="add del mod">
          <ac:chgData name="Kaylene Martins" userId="S::kaylene.martins@capaciti.org.za::f0b83a41-6e49-4138-bdf9-d24b7eef20be" providerId="AD" clId="Web-{286D0441-5163-9206-718F-68C2F19B63A0}" dt="2026-03-16T12:55:45.745" v="288"/>
          <ac:spMkLst>
            <pc:docMk/>
            <pc:sldMk cId="0" sldId="258"/>
            <ac:spMk id="11" creationId="{AFC38A2A-AF14-AB43-1EB8-402A71B9F4B3}"/>
          </ac:spMkLst>
        </pc:spChg>
        <pc:spChg chg="add del mod">
          <ac:chgData name="Kaylene Martins" userId="S::kaylene.martins@capaciti.org.za::f0b83a41-6e49-4138-bdf9-d24b7eef20be" providerId="AD" clId="Web-{286D0441-5163-9206-718F-68C2F19B63A0}" dt="2026-03-16T12:55:54.355" v="294"/>
          <ac:spMkLst>
            <pc:docMk/>
            <pc:sldMk cId="0" sldId="258"/>
            <ac:spMk id="12" creationId="{ED8CEB47-F6B7-3389-065C-96C2EE05F696}"/>
          </ac:spMkLst>
        </pc:spChg>
        <pc:spChg chg="add del mod">
          <ac:chgData name="Kaylene Martins" userId="S::kaylene.martins@capaciti.org.za::f0b83a41-6e49-4138-bdf9-d24b7eef20be" providerId="AD" clId="Web-{286D0441-5163-9206-718F-68C2F19B63A0}" dt="2026-03-16T12:55:45.745" v="287"/>
          <ac:spMkLst>
            <pc:docMk/>
            <pc:sldMk cId="0" sldId="258"/>
            <ac:spMk id="13" creationId="{C7CC0AD3-3482-22EA-BFEB-E7129CE5D91F}"/>
          </ac:spMkLst>
        </pc:spChg>
        <pc:spChg chg="add del mod">
          <ac:chgData name="Kaylene Martins" userId="S::kaylene.martins@capaciti.org.za::f0b83a41-6e49-4138-bdf9-d24b7eef20be" providerId="AD" clId="Web-{286D0441-5163-9206-718F-68C2F19B63A0}" dt="2026-03-16T12:55:45.745" v="286"/>
          <ac:spMkLst>
            <pc:docMk/>
            <pc:sldMk cId="0" sldId="258"/>
            <ac:spMk id="15" creationId="{2CC66596-B26B-4A5C-D94E-541DC7B59A35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53:50.095" v="269"/>
          <ac:spMkLst>
            <pc:docMk/>
            <pc:sldMk cId="0" sldId="258"/>
            <ac:spMk id="193" creationId="{00000000-0000-0000-0000-000000000000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55:12.205" v="280"/>
          <ac:spMkLst>
            <pc:docMk/>
            <pc:sldMk cId="0" sldId="258"/>
            <ac:spMk id="194" creationId="{00000000-0000-0000-0000-000000000000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54:45.283" v="274"/>
          <ac:spMkLst>
            <pc:docMk/>
            <pc:sldMk cId="0" sldId="258"/>
            <ac:spMk id="195" creationId="{00000000-0000-0000-0000-000000000000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55:30.761" v="281"/>
          <ac:spMkLst>
            <pc:docMk/>
            <pc:sldMk cId="0" sldId="258"/>
            <ac:spMk id="196" creationId="{00000000-0000-0000-0000-000000000000}"/>
          </ac:spMkLst>
        </pc:spChg>
        <pc:spChg chg="del mod">
          <ac:chgData name="Kaylene Martins" userId="S::kaylene.martins@capaciti.org.za::f0b83a41-6e49-4138-bdf9-d24b7eef20be" providerId="AD" clId="Web-{286D0441-5163-9206-718F-68C2F19B63A0}" dt="2026-03-16T12:54:29.564" v="271"/>
          <ac:spMkLst>
            <pc:docMk/>
            <pc:sldMk cId="0" sldId="258"/>
            <ac:spMk id="197" creationId="{00000000-0000-0000-0000-000000000000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55:41.761" v="284"/>
          <ac:spMkLst>
            <pc:docMk/>
            <pc:sldMk cId="0" sldId="258"/>
            <ac:spMk id="198" creationId="{00000000-0000-0000-0000-000000000000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54:49.377" v="275"/>
          <ac:spMkLst>
            <pc:docMk/>
            <pc:sldMk cId="0" sldId="258"/>
            <ac:spMk id="199" creationId="{00000000-0000-0000-0000-000000000000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55:34.620" v="282"/>
          <ac:spMkLst>
            <pc:docMk/>
            <pc:sldMk cId="0" sldId="258"/>
            <ac:spMk id="200" creationId="{00000000-0000-0000-0000-000000000000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55:48.214" v="293"/>
          <ac:spMkLst>
            <pc:docMk/>
            <pc:sldMk cId="0" sldId="258"/>
            <ac:spMk id="201" creationId="{00000000-0000-0000-0000-000000000000}"/>
          </ac:spMkLst>
        </pc:spChg>
        <pc:spChg chg="del mod">
          <ac:chgData name="Kaylene Martins" userId="S::kaylene.martins@capaciti.org.za::f0b83a41-6e49-4138-bdf9-d24b7eef20be" providerId="AD" clId="Web-{286D0441-5163-9206-718F-68C2F19B63A0}" dt="2026-03-16T12:39:06.139" v="210"/>
          <ac:spMkLst>
            <pc:docMk/>
            <pc:sldMk cId="0" sldId="258"/>
            <ac:spMk id="202" creationId="{00000000-0000-0000-0000-000000000000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55:38.308" v="283"/>
          <ac:spMkLst>
            <pc:docMk/>
            <pc:sldMk cId="0" sldId="258"/>
            <ac:spMk id="203" creationId="{00000000-0000-0000-0000-000000000000}"/>
          </ac:spMkLst>
        </pc:spChg>
        <pc:spChg chg="mod">
          <ac:chgData name="Kaylene Martins" userId="S::kaylene.martins@capaciti.org.za::f0b83a41-6e49-4138-bdf9-d24b7eef20be" providerId="AD" clId="Web-{286D0441-5163-9206-718F-68C2F19B63A0}" dt="2026-03-16T12:56:55.043" v="307"/>
          <ac:spMkLst>
            <pc:docMk/>
            <pc:sldMk cId="0" sldId="258"/>
            <ac:spMk id="204" creationId="{00000000-0000-0000-0000-000000000000}"/>
          </ac:spMkLst>
        </pc:spChg>
        <pc:spChg chg="del mod">
          <ac:chgData name="Kaylene Martins" userId="S::kaylene.martins@capaciti.org.za::f0b83a41-6e49-4138-bdf9-d24b7eef20be" providerId="AD" clId="Web-{286D0441-5163-9206-718F-68C2F19B63A0}" dt="2026-03-16T12:54:35.345" v="272"/>
          <ac:spMkLst>
            <pc:docMk/>
            <pc:sldMk cId="0" sldId="258"/>
            <ac:spMk id="205" creationId="{00000000-0000-0000-0000-000000000000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54:52.236" v="276"/>
          <ac:spMkLst>
            <pc:docMk/>
            <pc:sldMk cId="0" sldId="258"/>
            <ac:spMk id="206" creationId="{00000000-0000-0000-0000-000000000000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54:39.939" v="273"/>
          <ac:spMkLst>
            <pc:docMk/>
            <pc:sldMk cId="0" sldId="258"/>
            <ac:spMk id="207" creationId="{00000000-0000-0000-0000-000000000000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54:56.236" v="277"/>
          <ac:spMkLst>
            <pc:docMk/>
            <pc:sldMk cId="0" sldId="258"/>
            <ac:spMk id="208" creationId="{00000000-0000-0000-0000-000000000000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39:00.154" v="208"/>
          <ac:spMkLst>
            <pc:docMk/>
            <pc:sldMk cId="0" sldId="258"/>
            <ac:spMk id="209" creationId="{00000000-0000-0000-0000-000000000000}"/>
          </ac:spMkLst>
        </pc:spChg>
        <pc:graphicFrameChg chg="add mod modGraphic">
          <ac:chgData name="Kaylene Martins" userId="S::kaylene.martins@capaciti.org.za::f0b83a41-6e49-4138-bdf9-d24b7eef20be" providerId="AD" clId="Web-{286D0441-5163-9206-718F-68C2F19B63A0}" dt="2026-03-16T12:59:43.545" v="634"/>
          <ac:graphicFrameMkLst>
            <pc:docMk/>
            <pc:sldMk cId="0" sldId="258"/>
            <ac:graphicFrameMk id="14" creationId="{32D01E4F-3AE2-429E-67B5-A038E72F12B3}"/>
          </ac:graphicFrameMkLst>
        </pc:graphicFrameChg>
      </pc:sldChg>
      <pc:sldChg chg="addSp delSp modSp del">
        <pc:chgData name="Kaylene Martins" userId="S::kaylene.martins@capaciti.org.za::f0b83a41-6e49-4138-bdf9-d24b7eef20be" providerId="AD" clId="Web-{286D0441-5163-9206-718F-68C2F19B63A0}" dt="2026-03-16T12:35:17.867" v="152"/>
        <pc:sldMkLst>
          <pc:docMk/>
          <pc:sldMk cId="0" sldId="259"/>
        </pc:sldMkLst>
        <pc:spChg chg="add mod">
          <ac:chgData name="Kaylene Martins" userId="S::kaylene.martins@capaciti.org.za::f0b83a41-6e49-4138-bdf9-d24b7eef20be" providerId="AD" clId="Web-{286D0441-5163-9206-718F-68C2F19B63A0}" dt="2026-03-16T12:22:12.862" v="63"/>
          <ac:spMkLst>
            <pc:docMk/>
            <pc:sldMk cId="0" sldId="259"/>
            <ac:spMk id="3" creationId="{F90B6261-E50D-EA1D-1BA5-30D89E80A255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21:58.299" v="59"/>
          <ac:spMkLst>
            <pc:docMk/>
            <pc:sldMk cId="0" sldId="259"/>
            <ac:spMk id="214" creationId="{00000000-0000-0000-0000-000000000000}"/>
          </ac:spMkLst>
        </pc:spChg>
        <pc:spChg chg="mod">
          <ac:chgData name="Kaylene Martins" userId="S::kaylene.martins@capaciti.org.za::f0b83a41-6e49-4138-bdf9-d24b7eef20be" providerId="AD" clId="Web-{286D0441-5163-9206-718F-68C2F19B63A0}" dt="2026-03-16T12:22:45.003" v="87" actId="1076"/>
          <ac:spMkLst>
            <pc:docMk/>
            <pc:sldMk cId="0" sldId="259"/>
            <ac:spMk id="215" creationId="{00000000-0000-0000-0000-000000000000}"/>
          </ac:spMkLst>
        </pc:spChg>
        <pc:spChg chg="del mod">
          <ac:chgData name="Kaylene Martins" userId="S::kaylene.martins@capaciti.org.za::f0b83a41-6e49-4138-bdf9-d24b7eef20be" providerId="AD" clId="Web-{286D0441-5163-9206-718F-68C2F19B63A0}" dt="2026-03-16T12:22:03.471" v="60"/>
          <ac:spMkLst>
            <pc:docMk/>
            <pc:sldMk cId="0" sldId="259"/>
            <ac:spMk id="216" creationId="{00000000-0000-0000-0000-000000000000}"/>
          </ac:spMkLst>
        </pc:spChg>
        <pc:spChg chg="del mod">
          <ac:chgData name="Kaylene Martins" userId="S::kaylene.martins@capaciti.org.za::f0b83a41-6e49-4138-bdf9-d24b7eef20be" providerId="AD" clId="Web-{286D0441-5163-9206-718F-68C2F19B63A0}" dt="2026-03-16T12:22:12.862" v="63"/>
          <ac:spMkLst>
            <pc:docMk/>
            <pc:sldMk cId="0" sldId="259"/>
            <ac:spMk id="217" creationId="{00000000-0000-0000-0000-000000000000}"/>
          </ac:spMkLst>
        </pc:spChg>
      </pc:sldChg>
      <pc:sldChg chg="del">
        <pc:chgData name="Kaylene Martins" userId="S::kaylene.martins@capaciti.org.za::f0b83a41-6e49-4138-bdf9-d24b7eef20be" providerId="AD" clId="Web-{286D0441-5163-9206-718F-68C2F19B63A0}" dt="2026-03-16T12:35:19.945" v="153"/>
        <pc:sldMkLst>
          <pc:docMk/>
          <pc:sldMk cId="0" sldId="260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5:22.570" v="154"/>
        <pc:sldMkLst>
          <pc:docMk/>
          <pc:sldMk cId="0" sldId="261"/>
        </pc:sldMkLst>
      </pc:sldChg>
      <pc:sldChg chg="del ord">
        <pc:chgData name="Kaylene Martins" userId="S::kaylene.martins@capaciti.org.za::f0b83a41-6e49-4138-bdf9-d24b7eef20be" providerId="AD" clId="Web-{286D0441-5163-9206-718F-68C2F19B63A0}" dt="2026-03-16T12:37:20.526" v="157"/>
        <pc:sldMkLst>
          <pc:docMk/>
          <pc:sldMk cId="0" sldId="262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526" v="188"/>
        <pc:sldMkLst>
          <pc:docMk/>
          <pc:sldMk cId="0" sldId="263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526" v="187"/>
        <pc:sldMkLst>
          <pc:docMk/>
          <pc:sldMk cId="0" sldId="264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526" v="186"/>
        <pc:sldMkLst>
          <pc:docMk/>
          <pc:sldMk cId="0" sldId="265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510" v="185"/>
        <pc:sldMkLst>
          <pc:docMk/>
          <pc:sldMk cId="0" sldId="266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510" v="184"/>
        <pc:sldMkLst>
          <pc:docMk/>
          <pc:sldMk cId="0" sldId="267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510" v="183"/>
        <pc:sldMkLst>
          <pc:docMk/>
          <pc:sldMk cId="0" sldId="268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510" v="182"/>
        <pc:sldMkLst>
          <pc:docMk/>
          <pc:sldMk cId="0" sldId="269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495" v="181"/>
        <pc:sldMkLst>
          <pc:docMk/>
          <pc:sldMk cId="0" sldId="270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495" v="180"/>
        <pc:sldMkLst>
          <pc:docMk/>
          <pc:sldMk cId="0" sldId="271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495" v="179"/>
        <pc:sldMkLst>
          <pc:docMk/>
          <pc:sldMk cId="0" sldId="272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495" v="178"/>
        <pc:sldMkLst>
          <pc:docMk/>
          <pc:sldMk cId="0" sldId="273"/>
        </pc:sldMkLst>
      </pc:sldChg>
      <pc:sldChg chg="addSp modSp ord">
        <pc:chgData name="Kaylene Martins" userId="S::kaylene.martins@capaciti.org.za::f0b83a41-6e49-4138-bdf9-d24b7eef20be" providerId="AD" clId="Web-{286D0441-5163-9206-718F-68C2F19B63A0}" dt="2026-03-16T13:03:00.777" v="644" actId="14100"/>
        <pc:sldMkLst>
          <pc:docMk/>
          <pc:sldMk cId="0" sldId="274"/>
        </pc:sldMkLst>
        <pc:spChg chg="add mod">
          <ac:chgData name="Kaylene Martins" userId="S::kaylene.martins@capaciti.org.za::f0b83a41-6e49-4138-bdf9-d24b7eef20be" providerId="AD" clId="Web-{286D0441-5163-9206-718F-68C2F19B63A0}" dt="2026-03-16T12:44:13.876" v="252" actId="1076"/>
          <ac:spMkLst>
            <pc:docMk/>
            <pc:sldMk cId="0" sldId="274"/>
            <ac:spMk id="2" creationId="{F72AC627-7AD5-FCBA-205C-733029883A95}"/>
          </ac:spMkLst>
        </pc:spChg>
        <pc:spChg chg="mod">
          <ac:chgData name="Kaylene Martins" userId="S::kaylene.martins@capaciti.org.za::f0b83a41-6e49-4138-bdf9-d24b7eef20be" providerId="AD" clId="Web-{286D0441-5163-9206-718F-68C2F19B63A0}" dt="2026-03-16T12:24:14.333" v="98" actId="14100"/>
          <ac:spMkLst>
            <pc:docMk/>
            <pc:sldMk cId="0" sldId="274"/>
            <ac:spMk id="428" creationId="{00000000-0000-0000-0000-000000000000}"/>
          </ac:spMkLst>
        </pc:spChg>
        <pc:spChg chg="mod">
          <ac:chgData name="Kaylene Martins" userId="S::kaylene.martins@capaciti.org.za::f0b83a41-6e49-4138-bdf9-d24b7eef20be" providerId="AD" clId="Web-{286D0441-5163-9206-718F-68C2F19B63A0}" dt="2026-03-16T12:44:10.469" v="251" actId="20577"/>
          <ac:spMkLst>
            <pc:docMk/>
            <pc:sldMk cId="0" sldId="274"/>
            <ac:spMk id="429" creationId="{00000000-0000-0000-0000-000000000000}"/>
          </ac:spMkLst>
        </pc:spChg>
        <pc:picChg chg="mod">
          <ac:chgData name="Kaylene Martins" userId="S::kaylene.martins@capaciti.org.za::f0b83a41-6e49-4138-bdf9-d24b7eef20be" providerId="AD" clId="Web-{286D0441-5163-9206-718F-68C2F19B63A0}" dt="2026-03-16T13:03:00.777" v="644" actId="14100"/>
          <ac:picMkLst>
            <pc:docMk/>
            <pc:sldMk cId="0" sldId="274"/>
            <ac:picMk id="430" creationId="{00000000-0000-0000-0000-000000000000}"/>
          </ac:picMkLst>
        </pc:picChg>
      </pc:sldChg>
      <pc:sldChg chg="delSp del ord">
        <pc:chgData name="Kaylene Martins" userId="S::kaylene.martins@capaciti.org.za::f0b83a41-6e49-4138-bdf9-d24b7eef20be" providerId="AD" clId="Web-{286D0441-5163-9206-718F-68C2F19B63A0}" dt="2026-03-16T12:38:09.261" v="194"/>
        <pc:sldMkLst>
          <pc:docMk/>
          <pc:sldMk cId="0" sldId="275"/>
        </pc:sldMkLst>
        <pc:spChg chg="del">
          <ac:chgData name="Kaylene Martins" userId="S::kaylene.martins@capaciti.org.za::f0b83a41-6e49-4138-bdf9-d24b7eef20be" providerId="AD" clId="Web-{286D0441-5163-9206-718F-68C2F19B63A0}" dt="2026-03-16T12:37:55.355" v="193"/>
          <ac:spMkLst>
            <pc:docMk/>
            <pc:sldMk cId="0" sldId="275"/>
            <ac:spMk id="435" creationId="{00000000-0000-0000-0000-000000000000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37:55.323" v="192"/>
          <ac:spMkLst>
            <pc:docMk/>
            <pc:sldMk cId="0" sldId="275"/>
            <ac:spMk id="448" creationId="{00000000-0000-0000-0000-000000000000}"/>
          </ac:spMkLst>
        </pc:spChg>
        <pc:grpChg chg="del">
          <ac:chgData name="Kaylene Martins" userId="S::kaylene.martins@capaciti.org.za::f0b83a41-6e49-4138-bdf9-d24b7eef20be" providerId="AD" clId="Web-{286D0441-5163-9206-718F-68C2F19B63A0}" dt="2026-03-16T12:37:41.823" v="190"/>
          <ac:grpSpMkLst>
            <pc:docMk/>
            <pc:sldMk cId="0" sldId="275"/>
            <ac:grpSpMk id="440" creationId="{00000000-0000-0000-0000-000000000000}"/>
          </ac:grpSpMkLst>
        </pc:grpChg>
        <pc:grpChg chg="del">
          <ac:chgData name="Kaylene Martins" userId="S::kaylene.martins@capaciti.org.za::f0b83a41-6e49-4138-bdf9-d24b7eef20be" providerId="AD" clId="Web-{286D0441-5163-9206-718F-68C2F19B63A0}" dt="2026-03-16T12:37:39.307" v="189"/>
          <ac:grpSpMkLst>
            <pc:docMk/>
            <pc:sldMk cId="0" sldId="275"/>
            <ac:grpSpMk id="444" creationId="{00000000-0000-0000-0000-000000000000}"/>
          </ac:grpSpMkLst>
        </pc:grpChg>
        <pc:grpChg chg="del">
          <ac:chgData name="Kaylene Martins" userId="S::kaylene.martins@capaciti.org.za::f0b83a41-6e49-4138-bdf9-d24b7eef20be" providerId="AD" clId="Web-{286D0441-5163-9206-718F-68C2F19B63A0}" dt="2026-03-16T12:37:55.308" v="191"/>
          <ac:grpSpMkLst>
            <pc:docMk/>
            <pc:sldMk cId="0" sldId="275"/>
            <ac:grpSpMk id="449" creationId="{00000000-0000-0000-0000-000000000000}"/>
          </ac:grpSpMkLst>
        </pc:grpChg>
      </pc:sldChg>
      <pc:sldChg chg="del">
        <pc:chgData name="Kaylene Martins" userId="S::kaylene.martins@capaciti.org.za::f0b83a41-6e49-4138-bdf9-d24b7eef20be" providerId="AD" clId="Web-{286D0441-5163-9206-718F-68C2F19B63A0}" dt="2026-03-16T12:37:21.495" v="177"/>
        <pc:sldMkLst>
          <pc:docMk/>
          <pc:sldMk cId="0" sldId="276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479" v="176"/>
        <pc:sldMkLst>
          <pc:docMk/>
          <pc:sldMk cId="0" sldId="277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479" v="175"/>
        <pc:sldMkLst>
          <pc:docMk/>
          <pc:sldMk cId="0" sldId="278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479" v="174"/>
        <pc:sldMkLst>
          <pc:docMk/>
          <pc:sldMk cId="0" sldId="279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479" v="173"/>
        <pc:sldMkLst>
          <pc:docMk/>
          <pc:sldMk cId="0" sldId="280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479" v="172"/>
        <pc:sldMkLst>
          <pc:docMk/>
          <pc:sldMk cId="0" sldId="281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479" v="171"/>
        <pc:sldMkLst>
          <pc:docMk/>
          <pc:sldMk cId="0" sldId="282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448" v="170"/>
        <pc:sldMkLst>
          <pc:docMk/>
          <pc:sldMk cId="0" sldId="283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1.010" v="169"/>
        <pc:sldMkLst>
          <pc:docMk/>
          <pc:sldMk cId="0" sldId="284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0.979" v="168"/>
        <pc:sldMkLst>
          <pc:docMk/>
          <pc:sldMk cId="0" sldId="285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0.963" v="167"/>
        <pc:sldMkLst>
          <pc:docMk/>
          <pc:sldMk cId="0" sldId="286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0.932" v="166"/>
        <pc:sldMkLst>
          <pc:docMk/>
          <pc:sldMk cId="0" sldId="287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0.917" v="165"/>
        <pc:sldMkLst>
          <pc:docMk/>
          <pc:sldMk cId="0" sldId="288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0.885" v="164"/>
        <pc:sldMkLst>
          <pc:docMk/>
          <pc:sldMk cId="0" sldId="289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0.838" v="163"/>
        <pc:sldMkLst>
          <pc:docMk/>
          <pc:sldMk cId="0" sldId="290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0.760" v="162"/>
        <pc:sldMkLst>
          <pc:docMk/>
          <pc:sldMk cId="0" sldId="291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0.698" v="161"/>
        <pc:sldMkLst>
          <pc:docMk/>
          <pc:sldMk cId="0" sldId="292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0.635" v="160"/>
        <pc:sldMkLst>
          <pc:docMk/>
          <pc:sldMk cId="0" sldId="293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0.588" v="159"/>
        <pc:sldMkLst>
          <pc:docMk/>
          <pc:sldMk cId="0" sldId="294"/>
        </pc:sldMkLst>
      </pc:sldChg>
      <pc:sldChg chg="del">
        <pc:chgData name="Kaylene Martins" userId="S::kaylene.martins@capaciti.org.za::f0b83a41-6e49-4138-bdf9-d24b7eef20be" providerId="AD" clId="Web-{286D0441-5163-9206-718F-68C2F19B63A0}" dt="2026-03-16T12:37:20.526" v="158"/>
        <pc:sldMkLst>
          <pc:docMk/>
          <pc:sldMk cId="0" sldId="295"/>
        </pc:sldMkLst>
      </pc:sldChg>
      <pc:sldChg chg="modSp add replId">
        <pc:chgData name="Kaylene Martins" userId="S::kaylene.martins@capaciti.org.za::f0b83a41-6e49-4138-bdf9-d24b7eef20be" providerId="AD" clId="Web-{286D0441-5163-9206-718F-68C2F19B63A0}" dt="2026-03-16T12:49:11.165" v="260" actId="1076"/>
        <pc:sldMkLst>
          <pc:docMk/>
          <pc:sldMk cId="4193886433" sldId="296"/>
        </pc:sldMkLst>
        <pc:spChg chg="mod">
          <ac:chgData name="Kaylene Martins" userId="S::kaylene.martins@capaciti.org.za::f0b83a41-6e49-4138-bdf9-d24b7eef20be" providerId="AD" clId="Web-{286D0441-5163-9206-718F-68C2F19B63A0}" dt="2026-03-16T12:41:55.247" v="234" actId="20577"/>
          <ac:spMkLst>
            <pc:docMk/>
            <pc:sldMk cId="4193886433" sldId="296"/>
            <ac:spMk id="428" creationId="{904D8EA6-AABE-8385-8235-E9EFFC43DC98}"/>
          </ac:spMkLst>
        </pc:spChg>
        <pc:spChg chg="mod">
          <ac:chgData name="Kaylene Martins" userId="S::kaylene.martins@capaciti.org.za::f0b83a41-6e49-4138-bdf9-d24b7eef20be" providerId="AD" clId="Web-{286D0441-5163-9206-718F-68C2F19B63A0}" dt="2026-03-16T12:41:39.949" v="231" actId="20577"/>
          <ac:spMkLst>
            <pc:docMk/>
            <pc:sldMk cId="4193886433" sldId="296"/>
            <ac:spMk id="429" creationId="{0538E9AF-7855-9726-92F8-1E22B1445201}"/>
          </ac:spMkLst>
        </pc:spChg>
        <pc:picChg chg="mod modCrop">
          <ac:chgData name="Kaylene Martins" userId="S::kaylene.martins@capaciti.org.za::f0b83a41-6e49-4138-bdf9-d24b7eef20be" providerId="AD" clId="Web-{286D0441-5163-9206-718F-68C2F19B63A0}" dt="2026-03-16T12:49:11.165" v="260" actId="1076"/>
          <ac:picMkLst>
            <pc:docMk/>
            <pc:sldMk cId="4193886433" sldId="296"/>
            <ac:picMk id="430" creationId="{5755FE23-64BC-4B62-5367-5622472F24DE}"/>
          </ac:picMkLst>
        </pc:picChg>
      </pc:sldChg>
      <pc:sldChg chg="addSp delSp modSp add replId">
        <pc:chgData name="Kaylene Martins" userId="S::kaylene.martins@capaciti.org.za::f0b83a41-6e49-4138-bdf9-d24b7eef20be" providerId="AD" clId="Web-{286D0441-5163-9206-718F-68C2F19B63A0}" dt="2026-03-16T12:51:56.623" v="268" actId="14100"/>
        <pc:sldMkLst>
          <pc:docMk/>
          <pc:sldMk cId="3518744863" sldId="297"/>
        </pc:sldMkLst>
        <pc:spChg chg="add mod">
          <ac:chgData name="Kaylene Martins" userId="S::kaylene.martins@capaciti.org.za::f0b83a41-6e49-4138-bdf9-d24b7eef20be" providerId="AD" clId="Web-{286D0441-5163-9206-718F-68C2F19B63A0}" dt="2026-03-16T12:42:26.529" v="237" actId="14100"/>
          <ac:spMkLst>
            <pc:docMk/>
            <pc:sldMk cId="3518744863" sldId="297"/>
            <ac:spMk id="4" creationId="{8DB5897A-AAA7-68D3-A212-A1B833692D5E}"/>
          </ac:spMkLst>
        </pc:spChg>
        <pc:spChg chg="add mod">
          <ac:chgData name="Kaylene Martins" userId="S::kaylene.martins@capaciti.org.za::f0b83a41-6e49-4138-bdf9-d24b7eef20be" providerId="AD" clId="Web-{286D0441-5163-9206-718F-68C2F19B63A0}" dt="2026-03-16T12:42:47.077" v="240" actId="14100"/>
          <ac:spMkLst>
            <pc:docMk/>
            <pc:sldMk cId="3518744863" sldId="297"/>
            <ac:spMk id="7" creationId="{120231A3-8356-DB8F-C986-D6464DAD4FE0}"/>
          </ac:spMkLst>
        </pc:spChg>
        <pc:spChg chg="mod">
          <ac:chgData name="Kaylene Martins" userId="S::kaylene.martins@capaciti.org.za::f0b83a41-6e49-4138-bdf9-d24b7eef20be" providerId="AD" clId="Web-{286D0441-5163-9206-718F-68C2F19B63A0}" dt="2026-03-16T12:42:08.232" v="235"/>
          <ac:spMkLst>
            <pc:docMk/>
            <pc:sldMk cId="3518744863" sldId="297"/>
            <ac:spMk id="428" creationId="{D2B9507F-5052-7C5A-EFAA-FE47395FDB08}"/>
          </ac:spMkLst>
        </pc:spChg>
        <pc:spChg chg="del mod">
          <ac:chgData name="Kaylene Martins" userId="S::kaylene.martins@capaciti.org.za::f0b83a41-6e49-4138-bdf9-d24b7eef20be" providerId="AD" clId="Web-{286D0441-5163-9206-718F-68C2F19B63A0}" dt="2026-03-16T12:31:51.541" v="116"/>
          <ac:spMkLst>
            <pc:docMk/>
            <pc:sldMk cId="3518744863" sldId="297"/>
            <ac:spMk id="429" creationId="{A9E3E53B-44B1-EC37-A7BD-EB6DA90BB8EE}"/>
          </ac:spMkLst>
        </pc:spChg>
        <pc:graphicFrameChg chg="add del mod modGraphic">
          <ac:chgData name="Kaylene Martins" userId="S::kaylene.martins@capaciti.org.za::f0b83a41-6e49-4138-bdf9-d24b7eef20be" providerId="AD" clId="Web-{286D0441-5163-9206-718F-68C2F19B63A0}" dt="2026-03-16T12:31:43.227" v="115"/>
          <ac:graphicFrameMkLst>
            <pc:docMk/>
            <pc:sldMk cId="3518744863" sldId="297"/>
            <ac:graphicFrameMk id="3" creationId="{51D7793A-0B05-F169-FDDB-D7FF96C3049A}"/>
          </ac:graphicFrameMkLst>
        </pc:graphicFrameChg>
        <pc:graphicFrameChg chg="add mod modGraphic">
          <ac:chgData name="Kaylene Martins" userId="S::kaylene.martins@capaciti.org.za::f0b83a41-6e49-4138-bdf9-d24b7eef20be" providerId="AD" clId="Web-{286D0441-5163-9206-718F-68C2F19B63A0}" dt="2026-03-16T12:42:34.686" v="238"/>
          <ac:graphicFrameMkLst>
            <pc:docMk/>
            <pc:sldMk cId="3518744863" sldId="297"/>
            <ac:graphicFrameMk id="6" creationId="{D634A600-5084-B39D-A4A2-B388FEB9F6FB}"/>
          </ac:graphicFrameMkLst>
        </pc:graphicFrameChg>
        <pc:picChg chg="mod modCrop">
          <ac:chgData name="Kaylene Martins" userId="S::kaylene.martins@capaciti.org.za::f0b83a41-6e49-4138-bdf9-d24b7eef20be" providerId="AD" clId="Web-{286D0441-5163-9206-718F-68C2F19B63A0}" dt="2026-03-16T12:51:56.623" v="268" actId="14100"/>
          <ac:picMkLst>
            <pc:docMk/>
            <pc:sldMk cId="3518744863" sldId="297"/>
            <ac:picMk id="430" creationId="{C02E3AC9-1A19-6072-4814-BBC450C0EB34}"/>
          </ac:picMkLst>
        </pc:picChg>
      </pc:sldChg>
      <pc:sldChg chg="delSp modSp add replId">
        <pc:chgData name="Kaylene Martins" userId="S::kaylene.martins@capaciti.org.za::f0b83a41-6e49-4138-bdf9-d24b7eef20be" providerId="AD" clId="Web-{286D0441-5163-9206-718F-68C2F19B63A0}" dt="2026-03-16T12:43:11.093" v="244" actId="1076"/>
        <pc:sldMkLst>
          <pc:docMk/>
          <pc:sldMk cId="2978776110" sldId="298"/>
        </pc:sldMkLst>
        <pc:spChg chg="mod">
          <ac:chgData name="Kaylene Martins" userId="S::kaylene.martins@capaciti.org.za::f0b83a41-6e49-4138-bdf9-d24b7eef20be" providerId="AD" clId="Web-{286D0441-5163-9206-718F-68C2F19B63A0}" dt="2026-03-16T12:43:11.093" v="244" actId="1076"/>
          <ac:spMkLst>
            <pc:docMk/>
            <pc:sldMk cId="2978776110" sldId="298"/>
            <ac:spMk id="4" creationId="{74A658E5-A808-A1E7-F6C9-80BAFCF31A82}"/>
          </ac:spMkLst>
        </pc:spChg>
        <pc:spChg chg="del">
          <ac:chgData name="Kaylene Martins" userId="S::kaylene.martins@capaciti.org.za::f0b83a41-6e49-4138-bdf9-d24b7eef20be" providerId="AD" clId="Web-{286D0441-5163-9206-718F-68C2F19B63A0}" dt="2026-03-16T12:33:14.345" v="135"/>
          <ac:spMkLst>
            <pc:docMk/>
            <pc:sldMk cId="2978776110" sldId="298"/>
            <ac:spMk id="7" creationId="{AFDCE2F4-F8E1-36AB-2D09-64630740D4D9}"/>
          </ac:spMkLst>
        </pc:spChg>
        <pc:spChg chg="mod">
          <ac:chgData name="Kaylene Martins" userId="S::kaylene.martins@capaciti.org.za::f0b83a41-6e49-4138-bdf9-d24b7eef20be" providerId="AD" clId="Web-{286D0441-5163-9206-718F-68C2F19B63A0}" dt="2026-03-16T12:42:56.093" v="241"/>
          <ac:spMkLst>
            <pc:docMk/>
            <pc:sldMk cId="2978776110" sldId="298"/>
            <ac:spMk id="428" creationId="{7DECFA9C-973D-D728-2FF8-D87642B2832F}"/>
          </ac:spMkLst>
        </pc:spChg>
        <pc:graphicFrameChg chg="del mod modGraphic">
          <ac:chgData name="Kaylene Martins" userId="S::kaylene.martins@capaciti.org.za::f0b83a41-6e49-4138-bdf9-d24b7eef20be" providerId="AD" clId="Web-{286D0441-5163-9206-718F-68C2F19B63A0}" dt="2026-03-16T12:33:10.970" v="134"/>
          <ac:graphicFrameMkLst>
            <pc:docMk/>
            <pc:sldMk cId="2978776110" sldId="298"/>
            <ac:graphicFrameMk id="6" creationId="{9220E57A-5C63-26FD-DE3E-A8E4B60AD5ED}"/>
          </ac:graphicFrameMkLst>
        </pc:graphicFrameChg>
      </pc:sldChg>
      <pc:sldChg chg="modSp add replId">
        <pc:chgData name="Kaylene Martins" userId="S::kaylene.martins@capaciti.org.za::f0b83a41-6e49-4138-bdf9-d24b7eef20be" providerId="AD" clId="Web-{286D0441-5163-9206-718F-68C2F19B63A0}" dt="2026-03-16T12:43:26.281" v="246"/>
        <pc:sldMkLst>
          <pc:docMk/>
          <pc:sldMk cId="2460566822" sldId="299"/>
        </pc:sldMkLst>
        <pc:spChg chg="mod">
          <ac:chgData name="Kaylene Martins" userId="S::kaylene.martins@capaciti.org.za::f0b83a41-6e49-4138-bdf9-d24b7eef20be" providerId="AD" clId="Web-{286D0441-5163-9206-718F-68C2F19B63A0}" dt="2026-03-16T12:43:26.281" v="246"/>
          <ac:spMkLst>
            <pc:docMk/>
            <pc:sldMk cId="2460566822" sldId="299"/>
            <ac:spMk id="4" creationId="{A32356B2-E84A-B158-DEA6-DF4E2A799E32}"/>
          </ac:spMkLst>
        </pc:spChg>
        <pc:spChg chg="mod">
          <ac:chgData name="Kaylene Martins" userId="S::kaylene.martins@capaciti.org.za::f0b83a41-6e49-4138-bdf9-d24b7eef20be" providerId="AD" clId="Web-{286D0441-5163-9206-718F-68C2F19B63A0}" dt="2026-03-16T12:43:19.906" v="245"/>
          <ac:spMkLst>
            <pc:docMk/>
            <pc:sldMk cId="2460566822" sldId="299"/>
            <ac:spMk id="428" creationId="{A7291AE1-CB62-449B-24F9-BEC6345F47B3}"/>
          </ac:spMkLst>
        </pc:spChg>
      </pc:sldChg>
      <pc:sldChg chg="modSp add replId">
        <pc:chgData name="Kaylene Martins" userId="S::kaylene.martins@capaciti.org.za::f0b83a41-6e49-4138-bdf9-d24b7eef20be" providerId="AD" clId="Web-{286D0441-5163-9206-718F-68C2F19B63A0}" dt="2026-03-16T12:43:42.063" v="248"/>
        <pc:sldMkLst>
          <pc:docMk/>
          <pc:sldMk cId="1217386019" sldId="300"/>
        </pc:sldMkLst>
        <pc:spChg chg="mod">
          <ac:chgData name="Kaylene Martins" userId="S::kaylene.martins@capaciti.org.za::f0b83a41-6e49-4138-bdf9-d24b7eef20be" providerId="AD" clId="Web-{286D0441-5163-9206-718F-68C2F19B63A0}" dt="2026-03-16T12:43:42.063" v="248"/>
          <ac:spMkLst>
            <pc:docMk/>
            <pc:sldMk cId="1217386019" sldId="300"/>
            <ac:spMk id="4" creationId="{B9030B8C-0EAB-DEAF-A3E2-1DCBD9FD7794}"/>
          </ac:spMkLst>
        </pc:spChg>
        <pc:spChg chg="mod">
          <ac:chgData name="Kaylene Martins" userId="S::kaylene.martins@capaciti.org.za::f0b83a41-6e49-4138-bdf9-d24b7eef20be" providerId="AD" clId="Web-{286D0441-5163-9206-718F-68C2F19B63A0}" dt="2026-03-16T12:43:35.250" v="247"/>
          <ac:spMkLst>
            <pc:docMk/>
            <pc:sldMk cId="1217386019" sldId="300"/>
            <ac:spMk id="428" creationId="{396FEB49-7835-889B-3432-F85768033F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7c78293339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7c78293339_2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41DC35E9-2DCF-FA04-7E8D-E336D0D1F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7c78293339_2_39:notes">
            <a:extLst>
              <a:ext uri="{FF2B5EF4-FFF2-40B4-BE49-F238E27FC236}">
                <a16:creationId xmlns:a16="http://schemas.microsoft.com/office/drawing/2014/main" id="{B205DCDB-6FD0-B252-F39E-5A118AE702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7c78293339_2_39:notes">
            <a:extLst>
              <a:ext uri="{FF2B5EF4-FFF2-40B4-BE49-F238E27FC236}">
                <a16:creationId xmlns:a16="http://schemas.microsoft.com/office/drawing/2014/main" id="{358ED732-A6A5-0638-741B-436A360A80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304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515E4B52-FF26-235C-1B66-583C634F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7c78293339_2_39:notes">
            <a:extLst>
              <a:ext uri="{FF2B5EF4-FFF2-40B4-BE49-F238E27FC236}">
                <a16:creationId xmlns:a16="http://schemas.microsoft.com/office/drawing/2014/main" id="{AFC0E674-D737-D41F-282B-560EC56B7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7c78293339_2_39:notes">
            <a:extLst>
              <a:ext uri="{FF2B5EF4-FFF2-40B4-BE49-F238E27FC236}">
                <a16:creationId xmlns:a16="http://schemas.microsoft.com/office/drawing/2014/main" id="{B87FFDEC-D03C-582E-6C32-DFCA72662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9714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93743D29-1157-AE0D-5050-24C01A7C8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7c78293339_2_39:notes">
            <a:extLst>
              <a:ext uri="{FF2B5EF4-FFF2-40B4-BE49-F238E27FC236}">
                <a16:creationId xmlns:a16="http://schemas.microsoft.com/office/drawing/2014/main" id="{A4FD451A-5284-1FA5-CB31-5F9589F51B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7c78293339_2_39:notes">
            <a:extLst>
              <a:ext uri="{FF2B5EF4-FFF2-40B4-BE49-F238E27FC236}">
                <a16:creationId xmlns:a16="http://schemas.microsoft.com/office/drawing/2014/main" id="{2E6BBB02-3354-D337-C17A-8F65C509C5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518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26905D43-892C-DFF7-7BF2-B79D0779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7c78293339_2_39:notes">
            <a:extLst>
              <a:ext uri="{FF2B5EF4-FFF2-40B4-BE49-F238E27FC236}">
                <a16:creationId xmlns:a16="http://schemas.microsoft.com/office/drawing/2014/main" id="{E54838AB-BDE8-0CC0-0013-E68A28CE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7c78293339_2_39:notes">
            <a:extLst>
              <a:ext uri="{FF2B5EF4-FFF2-40B4-BE49-F238E27FC236}">
                <a16:creationId xmlns:a16="http://schemas.microsoft.com/office/drawing/2014/main" id="{0CC51563-7928-85D1-9748-1B95AC543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7884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69124590-5146-FC39-6326-4CCBB381C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7c78293339_2_39:notes">
            <a:extLst>
              <a:ext uri="{FF2B5EF4-FFF2-40B4-BE49-F238E27FC236}">
                <a16:creationId xmlns:a16="http://schemas.microsoft.com/office/drawing/2014/main" id="{28263F17-0455-892B-FA5E-5BEF7FBD2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7c78293339_2_39:notes">
            <a:extLst>
              <a:ext uri="{FF2B5EF4-FFF2-40B4-BE49-F238E27FC236}">
                <a16:creationId xmlns:a16="http://schemas.microsoft.com/office/drawing/2014/main" id="{7E2E426C-65A6-EDEE-D2D9-C7669AB3C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6463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23550" y="-2210150"/>
            <a:ext cx="5243725" cy="510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 amt="88000"/>
          </a:blip>
          <a:srcRect/>
          <a:stretch/>
        </p:blipFill>
        <p:spPr>
          <a:xfrm>
            <a:off x="-686600" y="3439550"/>
            <a:ext cx="3297924" cy="276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 amt="67000"/>
          </a:blip>
          <a:srcRect l="5149" r="5140"/>
          <a:stretch/>
        </p:blipFill>
        <p:spPr>
          <a:xfrm>
            <a:off x="-1577950" y="2571750"/>
            <a:ext cx="3453800" cy="335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622175" y="1508750"/>
            <a:ext cx="5899800" cy="16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196300" y="3280575"/>
            <a:ext cx="47514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8013300" y="2614250"/>
            <a:ext cx="1635525" cy="1983550"/>
            <a:chOff x="8013300" y="2614250"/>
            <a:chExt cx="1635525" cy="1983550"/>
          </a:xfrm>
        </p:grpSpPr>
        <p:sp>
          <p:nvSpPr>
            <p:cNvPr id="15" name="Google Shape;15;p2"/>
            <p:cNvSpPr/>
            <p:nvPr/>
          </p:nvSpPr>
          <p:spPr>
            <a:xfrm>
              <a:off x="8308725" y="2614250"/>
              <a:ext cx="1340100" cy="13401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8013300" y="3690300"/>
              <a:ext cx="907500" cy="907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732625" y="2106125"/>
            <a:ext cx="5417400" cy="155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148023" y="934049"/>
            <a:ext cx="12231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4341575" y="3718375"/>
            <a:ext cx="28083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>
            <a:spLocks noGrp="1"/>
          </p:cNvSpPr>
          <p:nvPr>
            <p:ph type="pic" idx="3"/>
          </p:nvPr>
        </p:nvSpPr>
        <p:spPr>
          <a:xfrm>
            <a:off x="5328374" y="847050"/>
            <a:ext cx="2489400" cy="34494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grpSp>
        <p:nvGrpSpPr>
          <p:cNvPr id="22" name="Google Shape;22;p3"/>
          <p:cNvGrpSpPr/>
          <p:nvPr/>
        </p:nvGrpSpPr>
        <p:grpSpPr>
          <a:xfrm>
            <a:off x="-1909725" y="-1624475"/>
            <a:ext cx="12680774" cy="8649036"/>
            <a:chOff x="-1909725" y="-1624475"/>
            <a:chExt cx="12680774" cy="8649036"/>
          </a:xfrm>
        </p:grpSpPr>
        <p:pic>
          <p:nvPicPr>
            <p:cNvPr id="23" name="Google Shape;23;p3"/>
            <p:cNvPicPr preferRelativeResize="0"/>
            <p:nvPr/>
          </p:nvPicPr>
          <p:blipFill rotWithShape="1">
            <a:blip r:embed="rId2">
              <a:alphaModFix amt="49000"/>
            </a:blip>
            <a:srcRect l="-2357" t="1000" r="12720" b="-1000"/>
            <a:stretch/>
          </p:blipFill>
          <p:spPr>
            <a:xfrm>
              <a:off x="7575450" y="-1624475"/>
              <a:ext cx="3195599" cy="4372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909725" y="2156662"/>
              <a:ext cx="5004062" cy="48678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0000" y="1203200"/>
            <a:ext cx="7704000" cy="23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869223" y="2007350"/>
            <a:ext cx="3477598" cy="3382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 rotWithShape="1">
          <a:blip r:embed="rId3">
            <a:alphaModFix amt="67000"/>
          </a:blip>
          <a:srcRect l="5149" r="5140"/>
          <a:stretch/>
        </p:blipFill>
        <p:spPr>
          <a:xfrm>
            <a:off x="-1373100" y="3851039"/>
            <a:ext cx="2672275" cy="21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 idx="2"/>
          </p:nvPr>
        </p:nvSpPr>
        <p:spPr>
          <a:xfrm>
            <a:off x="977700" y="1622475"/>
            <a:ext cx="342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 idx="3"/>
          </p:nvPr>
        </p:nvSpPr>
        <p:spPr>
          <a:xfrm>
            <a:off x="4744248" y="1622475"/>
            <a:ext cx="342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977700" y="2195175"/>
            <a:ext cx="3422100" cy="155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4"/>
          </p:nvPr>
        </p:nvSpPr>
        <p:spPr>
          <a:xfrm>
            <a:off x="4744254" y="2195175"/>
            <a:ext cx="3422100" cy="155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pic>
        <p:nvPicPr>
          <p:cNvPr id="36" name="Google Shape;36;p5"/>
          <p:cNvPicPr preferRelativeResize="0"/>
          <p:nvPr/>
        </p:nvPicPr>
        <p:blipFill rotWithShape="1">
          <a:blip r:embed="rId2">
            <a:alphaModFix amt="67000"/>
          </a:blip>
          <a:srcRect l="5149" r="5140"/>
          <a:stretch/>
        </p:blipFill>
        <p:spPr>
          <a:xfrm rot="-1800000" flipH="1">
            <a:off x="-1662425" y="2021025"/>
            <a:ext cx="3453801" cy="429620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/>
          <p:nvPr/>
        </p:nvSpPr>
        <p:spPr>
          <a:xfrm>
            <a:off x="-698723" y="4214675"/>
            <a:ext cx="2297100" cy="675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 amt="61000"/>
          </a:blip>
          <a:srcRect/>
          <a:stretch/>
        </p:blipFill>
        <p:spPr>
          <a:xfrm rot="-1800001" flipH="1">
            <a:off x="-658691" y="4092934"/>
            <a:ext cx="3297926" cy="236605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8424000" y="813900"/>
            <a:ext cx="2890800" cy="42165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2">
            <a:alphaModFix amt="49000"/>
          </a:blip>
          <a:srcRect l="-2360" t="1000" r="2360" b="-1000"/>
          <a:stretch/>
        </p:blipFill>
        <p:spPr>
          <a:xfrm>
            <a:off x="-1851125" y="-835200"/>
            <a:ext cx="2593399" cy="318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8350" y="2737950"/>
            <a:ext cx="2438899" cy="32548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" name="Google Shape;44;p6"/>
          <p:cNvCxnSpPr/>
          <p:nvPr/>
        </p:nvCxnSpPr>
        <p:spPr>
          <a:xfrm rot="10800000" flipH="1">
            <a:off x="7996125" y="-215875"/>
            <a:ext cx="907500" cy="907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923625" y="1249125"/>
            <a:ext cx="48900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923625" y="2647950"/>
            <a:ext cx="4890000" cy="1173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8" name="Google Shape;48;p7"/>
          <p:cNvGrpSpPr/>
          <p:nvPr/>
        </p:nvGrpSpPr>
        <p:grpSpPr>
          <a:xfrm>
            <a:off x="-991775" y="-1481475"/>
            <a:ext cx="11997790" cy="8641135"/>
            <a:chOff x="-991775" y="-1481475"/>
            <a:chExt cx="11997790" cy="8641135"/>
          </a:xfrm>
        </p:grpSpPr>
        <p:pic>
          <p:nvPicPr>
            <p:cNvPr id="49" name="Google Shape;49;p7"/>
            <p:cNvPicPr preferRelativeResize="0"/>
            <p:nvPr/>
          </p:nvPicPr>
          <p:blipFill rotWithShape="1">
            <a:blip r:embed="rId2">
              <a:alphaModFix amt="61000"/>
            </a:blip>
            <a:srcRect/>
            <a:stretch/>
          </p:blipFill>
          <p:spPr>
            <a:xfrm rot="1800001">
              <a:off x="6252066" y="4024334"/>
              <a:ext cx="3297926" cy="2366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7"/>
            <p:cNvPicPr preferRelativeResize="0"/>
            <p:nvPr/>
          </p:nvPicPr>
          <p:blipFill rotWithShape="1">
            <a:blip r:embed="rId3">
              <a:alphaModFix amt="67000"/>
            </a:blip>
            <a:srcRect l="5149" r="5140"/>
            <a:stretch/>
          </p:blipFill>
          <p:spPr>
            <a:xfrm rot="1800000">
              <a:off x="6709525" y="2287800"/>
              <a:ext cx="3453801" cy="4296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991775" y="-1481475"/>
              <a:ext cx="4083151" cy="34650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1450250" y="1060225"/>
            <a:ext cx="6243600" cy="30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>
            <a:off x="-2078500" y="2007566"/>
            <a:ext cx="12968465" cy="5447519"/>
            <a:chOff x="-2078500" y="2007566"/>
            <a:chExt cx="12968465" cy="5447519"/>
          </a:xfrm>
        </p:grpSpPr>
        <p:pic>
          <p:nvPicPr>
            <p:cNvPr id="55" name="Google Shape;55;p8"/>
            <p:cNvPicPr preferRelativeResize="0"/>
            <p:nvPr/>
          </p:nvPicPr>
          <p:blipFill rotWithShape="1">
            <a:blip r:embed="rId2">
              <a:alphaModFix amt="61000"/>
            </a:blip>
            <a:srcRect/>
            <a:stretch/>
          </p:blipFill>
          <p:spPr>
            <a:xfrm rot="1800001">
              <a:off x="6136016" y="4319759"/>
              <a:ext cx="3297926" cy="2366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8"/>
            <p:cNvPicPr preferRelativeResize="0"/>
            <p:nvPr/>
          </p:nvPicPr>
          <p:blipFill rotWithShape="1">
            <a:blip r:embed="rId3">
              <a:alphaModFix amt="67000"/>
            </a:blip>
            <a:srcRect l="5149" r="5140"/>
            <a:stretch/>
          </p:blipFill>
          <p:spPr>
            <a:xfrm rot="1800000">
              <a:off x="6593475" y="2583225"/>
              <a:ext cx="3453801" cy="4296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2078500" y="2264050"/>
              <a:ext cx="4083151" cy="34650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" name="Google Shape;58;p8"/>
          <p:cNvGrpSpPr/>
          <p:nvPr/>
        </p:nvGrpSpPr>
        <p:grpSpPr>
          <a:xfrm>
            <a:off x="7299775" y="-783100"/>
            <a:ext cx="1666750" cy="1972950"/>
            <a:chOff x="7299775" y="-783100"/>
            <a:chExt cx="1666750" cy="1972950"/>
          </a:xfrm>
        </p:grpSpPr>
        <p:sp>
          <p:nvSpPr>
            <p:cNvPr id="59" name="Google Shape;59;p8"/>
            <p:cNvSpPr/>
            <p:nvPr/>
          </p:nvSpPr>
          <p:spPr>
            <a:xfrm>
              <a:off x="7626425" y="-783100"/>
              <a:ext cx="1340100" cy="13401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60" name="Google Shape;60;p8"/>
            <p:cNvCxnSpPr/>
            <p:nvPr/>
          </p:nvCxnSpPr>
          <p:spPr>
            <a:xfrm rot="10800000" flipH="1">
              <a:off x="7299775" y="282350"/>
              <a:ext cx="907500" cy="907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720000" y="1570575"/>
            <a:ext cx="4047000" cy="21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-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 sz="4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 hasCustomPrompt="1"/>
          </p:nvPr>
        </p:nvSpPr>
        <p:spPr>
          <a:xfrm>
            <a:off x="2043450" y="1699522"/>
            <a:ext cx="5057100" cy="10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9" name="Google Shape;69;p11"/>
          <p:cNvSpPr txBox="1">
            <a:spLocks noGrp="1"/>
          </p:cNvSpPr>
          <p:nvPr>
            <p:ph type="subTitle" idx="1"/>
          </p:nvPr>
        </p:nvSpPr>
        <p:spPr>
          <a:xfrm>
            <a:off x="2043450" y="2973587"/>
            <a:ext cx="5057100" cy="4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/>
          <p:nvPr/>
        </p:nvSpPr>
        <p:spPr>
          <a:xfrm>
            <a:off x="-1493550" y="1642375"/>
            <a:ext cx="2890800" cy="36201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1" name="Google Shape;71;p11"/>
          <p:cNvGrpSpPr/>
          <p:nvPr/>
        </p:nvGrpSpPr>
        <p:grpSpPr>
          <a:xfrm>
            <a:off x="-3010748" y="-2377624"/>
            <a:ext cx="14502113" cy="9579484"/>
            <a:chOff x="-3010748" y="-2377624"/>
            <a:chExt cx="14502113" cy="9579484"/>
          </a:xfrm>
        </p:grpSpPr>
        <p:pic>
          <p:nvPicPr>
            <p:cNvPr id="72" name="Google Shape;72;p11"/>
            <p:cNvPicPr preferRelativeResize="0"/>
            <p:nvPr/>
          </p:nvPicPr>
          <p:blipFill rotWithShape="1">
            <a:blip r:embed="rId2">
              <a:alphaModFix amt="67000"/>
            </a:blip>
            <a:srcRect l="5149" r="5140"/>
            <a:stretch/>
          </p:blipFill>
          <p:spPr>
            <a:xfrm rot="1800000">
              <a:off x="7194875" y="2330000"/>
              <a:ext cx="3453801" cy="4296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66850" y="3171400"/>
              <a:ext cx="4083151" cy="3465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1"/>
            <p:cNvPicPr preferRelativeResize="0"/>
            <p:nvPr/>
          </p:nvPicPr>
          <p:blipFill rotWithShape="1">
            <a:blip r:embed="rId4">
              <a:alphaModFix amt="49000"/>
            </a:blip>
            <a:srcRect l="-2360" t="1000" r="-680" b="-1000"/>
            <a:stretch/>
          </p:blipFill>
          <p:spPr>
            <a:xfrm rot="2434265">
              <a:off x="-2030426" y="-1708599"/>
              <a:ext cx="3673429" cy="4372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" name="Google Shape;75;p11"/>
          <p:cNvSpPr/>
          <p:nvPr/>
        </p:nvSpPr>
        <p:spPr>
          <a:xfrm>
            <a:off x="7457027" y="289800"/>
            <a:ext cx="2297100" cy="675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2"/>
          </p:nvPr>
        </p:nvSpPr>
        <p:spPr>
          <a:xfrm>
            <a:off x="2198322" y="1544650"/>
            <a:ext cx="22062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3"/>
          </p:nvPr>
        </p:nvSpPr>
        <p:spPr>
          <a:xfrm>
            <a:off x="6094447" y="1544650"/>
            <a:ext cx="22062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2198324" y="2199702"/>
            <a:ext cx="220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6094449" y="2199702"/>
            <a:ext cx="220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5"/>
          </p:nvPr>
        </p:nvSpPr>
        <p:spPr>
          <a:xfrm>
            <a:off x="2198322" y="3069149"/>
            <a:ext cx="22062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/>
          </p:nvPr>
        </p:nvSpPr>
        <p:spPr>
          <a:xfrm>
            <a:off x="6094447" y="3069149"/>
            <a:ext cx="22062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7"/>
          </p:nvPr>
        </p:nvSpPr>
        <p:spPr>
          <a:xfrm>
            <a:off x="2198348" y="3724200"/>
            <a:ext cx="220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8"/>
          </p:nvPr>
        </p:nvSpPr>
        <p:spPr>
          <a:xfrm>
            <a:off x="6094453" y="3724200"/>
            <a:ext cx="220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1078107" y="1682195"/>
            <a:ext cx="7758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1078107" y="3209095"/>
            <a:ext cx="7758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4821957" y="1682195"/>
            <a:ext cx="7758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4821957" y="3209095"/>
            <a:ext cx="7758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91" name="Google Shape;91;p13"/>
          <p:cNvGrpSpPr/>
          <p:nvPr/>
        </p:nvGrpSpPr>
        <p:grpSpPr>
          <a:xfrm>
            <a:off x="-1153625" y="-869725"/>
            <a:ext cx="10852049" cy="6627974"/>
            <a:chOff x="-1153625" y="-869725"/>
            <a:chExt cx="10852049" cy="6627974"/>
          </a:xfrm>
        </p:grpSpPr>
        <p:pic>
          <p:nvPicPr>
            <p:cNvPr id="92" name="Google Shape;92;p13"/>
            <p:cNvPicPr preferRelativeResize="0"/>
            <p:nvPr/>
          </p:nvPicPr>
          <p:blipFill rotWithShape="1">
            <a:blip r:embed="rId2">
              <a:alphaModFix amt="25000"/>
            </a:blip>
            <a:srcRect/>
            <a:stretch/>
          </p:blipFill>
          <p:spPr>
            <a:xfrm>
              <a:off x="-1153625" y="4104250"/>
              <a:ext cx="2206200" cy="16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49300" y="-869725"/>
              <a:ext cx="2049124" cy="199337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4" name="Google Shape;94;p13"/>
          <p:cNvCxnSpPr/>
          <p:nvPr/>
        </p:nvCxnSpPr>
        <p:spPr>
          <a:xfrm rot="10800000" flipH="1">
            <a:off x="8540875" y="3844950"/>
            <a:ext cx="907500" cy="907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923625" y="1249125"/>
            <a:ext cx="48900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1"/>
          </p:nvPr>
        </p:nvSpPr>
        <p:spPr>
          <a:xfrm>
            <a:off x="923625" y="2647950"/>
            <a:ext cx="4890000" cy="1173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8" name="Google Shape;98;p14"/>
          <p:cNvGrpSpPr/>
          <p:nvPr/>
        </p:nvGrpSpPr>
        <p:grpSpPr>
          <a:xfrm>
            <a:off x="-991775" y="-1481475"/>
            <a:ext cx="11997790" cy="8641135"/>
            <a:chOff x="-991775" y="-1481475"/>
            <a:chExt cx="11997790" cy="8641135"/>
          </a:xfrm>
        </p:grpSpPr>
        <p:pic>
          <p:nvPicPr>
            <p:cNvPr id="99" name="Google Shape;99;p14"/>
            <p:cNvPicPr preferRelativeResize="0"/>
            <p:nvPr/>
          </p:nvPicPr>
          <p:blipFill rotWithShape="1">
            <a:blip r:embed="rId2">
              <a:alphaModFix amt="61000"/>
            </a:blip>
            <a:srcRect/>
            <a:stretch/>
          </p:blipFill>
          <p:spPr>
            <a:xfrm rot="1800001">
              <a:off x="6252066" y="4024334"/>
              <a:ext cx="3297926" cy="2366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4"/>
            <p:cNvPicPr preferRelativeResize="0"/>
            <p:nvPr/>
          </p:nvPicPr>
          <p:blipFill rotWithShape="1">
            <a:blip r:embed="rId3">
              <a:alphaModFix amt="67000"/>
            </a:blip>
            <a:srcRect l="5149" r="5140"/>
            <a:stretch/>
          </p:blipFill>
          <p:spPr>
            <a:xfrm rot="1800000">
              <a:off x="6709525" y="2287800"/>
              <a:ext cx="3453801" cy="4296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991775" y="-1481475"/>
              <a:ext cx="4083151" cy="34650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8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2296800" y="2934600"/>
            <a:ext cx="4550400" cy="404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subTitle" idx="1"/>
          </p:nvPr>
        </p:nvSpPr>
        <p:spPr>
          <a:xfrm>
            <a:off x="2296800" y="1804800"/>
            <a:ext cx="4550400" cy="112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03375" y="-1094625"/>
            <a:ext cx="2438899" cy="32548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6"/>
          <p:cNvCxnSpPr/>
          <p:nvPr/>
        </p:nvCxnSpPr>
        <p:spPr>
          <a:xfrm rot="10800000" flipH="1">
            <a:off x="-275700" y="4489775"/>
            <a:ext cx="907500" cy="907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4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 hasCustomPrompt="1"/>
          </p:nvPr>
        </p:nvSpPr>
        <p:spPr>
          <a:xfrm>
            <a:off x="1214375" y="1266523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"/>
          </p:nvPr>
        </p:nvSpPr>
        <p:spPr>
          <a:xfrm>
            <a:off x="1214375" y="2092302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title" idx="2" hasCustomPrompt="1"/>
          </p:nvPr>
        </p:nvSpPr>
        <p:spPr>
          <a:xfrm>
            <a:off x="4553425" y="1266523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3"/>
          </p:nvPr>
        </p:nvSpPr>
        <p:spPr>
          <a:xfrm>
            <a:off x="4553425" y="2092302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title" idx="4" hasCustomPrompt="1"/>
          </p:nvPr>
        </p:nvSpPr>
        <p:spPr>
          <a:xfrm>
            <a:off x="4553425" y="2627898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5"/>
          </p:nvPr>
        </p:nvSpPr>
        <p:spPr>
          <a:xfrm>
            <a:off x="4553425" y="3453677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title" idx="6" hasCustomPrompt="1"/>
          </p:nvPr>
        </p:nvSpPr>
        <p:spPr>
          <a:xfrm>
            <a:off x="1214375" y="2627898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17" name="Google Shape;117;p17"/>
          <p:cNvSpPr txBox="1">
            <a:spLocks noGrp="1"/>
          </p:cNvSpPr>
          <p:nvPr>
            <p:ph type="subTitle" idx="7"/>
          </p:nvPr>
        </p:nvSpPr>
        <p:spPr>
          <a:xfrm>
            <a:off x="1214375" y="3453677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2">
            <a:alphaModFix amt="88000"/>
          </a:blip>
          <a:srcRect/>
          <a:stretch/>
        </p:blipFill>
        <p:spPr>
          <a:xfrm>
            <a:off x="-929275" y="3671675"/>
            <a:ext cx="3297924" cy="276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 rotWithShape="1">
          <a:blip r:embed="rId3">
            <a:alphaModFix amt="67000"/>
          </a:blip>
          <a:srcRect l="5149" r="5140"/>
          <a:stretch/>
        </p:blipFill>
        <p:spPr>
          <a:xfrm>
            <a:off x="-1824700" y="2803875"/>
            <a:ext cx="3453800" cy="335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5550" y="-1629200"/>
            <a:ext cx="4083151" cy="3465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/>
          <p:nvPr/>
        </p:nvSpPr>
        <p:spPr>
          <a:xfrm>
            <a:off x="7976400" y="3116175"/>
            <a:ext cx="1340100" cy="1340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2" name="Google Shape;122;p17"/>
          <p:cNvCxnSpPr/>
          <p:nvPr/>
        </p:nvCxnSpPr>
        <p:spPr>
          <a:xfrm rot="10800000" flipH="1">
            <a:off x="7680975" y="4192225"/>
            <a:ext cx="907500" cy="907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title"/>
          </p:nvPr>
        </p:nvSpPr>
        <p:spPr>
          <a:xfrm>
            <a:off x="6019500" y="27947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title" idx="2"/>
          </p:nvPr>
        </p:nvSpPr>
        <p:spPr>
          <a:xfrm>
            <a:off x="3369748" y="27947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subTitle" idx="1"/>
          </p:nvPr>
        </p:nvSpPr>
        <p:spPr>
          <a:xfrm>
            <a:off x="720000" y="3112125"/>
            <a:ext cx="2404500" cy="75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subTitle" idx="3"/>
          </p:nvPr>
        </p:nvSpPr>
        <p:spPr>
          <a:xfrm>
            <a:off x="3369741" y="3112125"/>
            <a:ext cx="2404500" cy="75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title" idx="4"/>
          </p:nvPr>
        </p:nvSpPr>
        <p:spPr>
          <a:xfrm>
            <a:off x="720001" y="27947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5"/>
          </p:nvPr>
        </p:nvSpPr>
        <p:spPr>
          <a:xfrm>
            <a:off x="6019500" y="3112125"/>
            <a:ext cx="2404500" cy="75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20350" y="-734300"/>
            <a:ext cx="4083151" cy="22694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8"/>
          <p:cNvCxnSpPr/>
          <p:nvPr/>
        </p:nvCxnSpPr>
        <p:spPr>
          <a:xfrm rot="10800000" flipH="1">
            <a:off x="532850" y="4478000"/>
            <a:ext cx="907500" cy="907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6019500" y="1552050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title" idx="2"/>
          </p:nvPr>
        </p:nvSpPr>
        <p:spPr>
          <a:xfrm>
            <a:off x="3369748" y="1552050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ubTitle" idx="1"/>
          </p:nvPr>
        </p:nvSpPr>
        <p:spPr>
          <a:xfrm>
            <a:off x="720001" y="2333275"/>
            <a:ext cx="2404500" cy="886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3"/>
          </p:nvPr>
        </p:nvSpPr>
        <p:spPr>
          <a:xfrm>
            <a:off x="3369741" y="2333275"/>
            <a:ext cx="2404500" cy="886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title" idx="4"/>
          </p:nvPr>
        </p:nvSpPr>
        <p:spPr>
          <a:xfrm>
            <a:off x="720001" y="1552050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5"/>
          </p:nvPr>
        </p:nvSpPr>
        <p:spPr>
          <a:xfrm>
            <a:off x="6019500" y="2333275"/>
            <a:ext cx="2404500" cy="886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41" name="Google Shape;141;p19"/>
          <p:cNvPicPr preferRelativeResize="0"/>
          <p:nvPr/>
        </p:nvPicPr>
        <p:blipFill rotWithShape="1">
          <a:blip r:embed="rId2">
            <a:alphaModFix amt="67000"/>
          </a:blip>
          <a:srcRect l="5149" r="5140"/>
          <a:stretch/>
        </p:blipFill>
        <p:spPr>
          <a:xfrm rot="1800000">
            <a:off x="7215925" y="-2607775"/>
            <a:ext cx="3453801" cy="429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 rotWithShape="1">
          <a:blip r:embed="rId3">
            <a:alphaModFix amt="88000"/>
          </a:blip>
          <a:srcRect/>
          <a:stretch/>
        </p:blipFill>
        <p:spPr>
          <a:xfrm>
            <a:off x="7891175" y="3977625"/>
            <a:ext cx="3297924" cy="2767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19"/>
          <p:cNvCxnSpPr/>
          <p:nvPr/>
        </p:nvCxnSpPr>
        <p:spPr>
          <a:xfrm rot="10800000" flipH="1">
            <a:off x="-216275" y="4013750"/>
            <a:ext cx="907500" cy="907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 1">
  <p:cSld name="CUSTOM_6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subTitle" idx="1"/>
          </p:nvPr>
        </p:nvSpPr>
        <p:spPr>
          <a:xfrm>
            <a:off x="713350" y="2494988"/>
            <a:ext cx="2410500" cy="10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7" name="Google Shape;147;p20"/>
          <p:cNvGrpSpPr/>
          <p:nvPr/>
        </p:nvGrpSpPr>
        <p:grpSpPr>
          <a:xfrm>
            <a:off x="-1635375" y="-3095074"/>
            <a:ext cx="13986526" cy="9858123"/>
            <a:chOff x="-1635375" y="-3095074"/>
            <a:chExt cx="13986526" cy="9858123"/>
          </a:xfrm>
        </p:grpSpPr>
        <p:pic>
          <p:nvPicPr>
            <p:cNvPr id="148" name="Google Shape;148;p20"/>
            <p:cNvPicPr preferRelativeResize="0"/>
            <p:nvPr/>
          </p:nvPicPr>
          <p:blipFill rotWithShape="1">
            <a:blip r:embed="rId2">
              <a:alphaModFix amt="49000"/>
            </a:blip>
            <a:srcRect l="-2360" t="1000" r="-680" b="-1000"/>
            <a:stretch/>
          </p:blipFill>
          <p:spPr>
            <a:xfrm rot="2434265">
              <a:off x="7697399" y="-2426049"/>
              <a:ext cx="3673429" cy="4372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635375" y="3298025"/>
              <a:ext cx="4083151" cy="34650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>
            <a:spLocks noGrp="1"/>
          </p:cNvSpPr>
          <p:nvPr>
            <p:ph type="ctrTitle"/>
          </p:nvPr>
        </p:nvSpPr>
        <p:spPr>
          <a:xfrm>
            <a:off x="2125800" y="723525"/>
            <a:ext cx="4892400" cy="115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1"/>
          </p:nvPr>
        </p:nvSpPr>
        <p:spPr>
          <a:xfrm>
            <a:off x="3119500" y="1889700"/>
            <a:ext cx="2904900" cy="10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subTitle" idx="2"/>
          </p:nvPr>
        </p:nvSpPr>
        <p:spPr>
          <a:xfrm>
            <a:off x="2125800" y="4065775"/>
            <a:ext cx="4892400" cy="3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4" name="Google Shape;154;p21"/>
          <p:cNvSpPr txBox="1"/>
          <p:nvPr/>
        </p:nvSpPr>
        <p:spPr>
          <a:xfrm>
            <a:off x="2125800" y="3612725"/>
            <a:ext cx="4892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5" name="Google Shape;155;p21"/>
          <p:cNvGrpSpPr/>
          <p:nvPr/>
        </p:nvGrpSpPr>
        <p:grpSpPr>
          <a:xfrm>
            <a:off x="-1667050" y="-1217675"/>
            <a:ext cx="12423549" cy="7054976"/>
            <a:chOff x="-1667050" y="-1217675"/>
            <a:chExt cx="12423549" cy="7054976"/>
          </a:xfrm>
        </p:grpSpPr>
        <p:pic>
          <p:nvPicPr>
            <p:cNvPr id="156" name="Google Shape;156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667050" y="-1217675"/>
              <a:ext cx="4083151" cy="3465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1"/>
            <p:cNvPicPr preferRelativeResize="0"/>
            <p:nvPr/>
          </p:nvPicPr>
          <p:blipFill rotWithShape="1">
            <a:blip r:embed="rId6">
              <a:alphaModFix amt="88000"/>
            </a:blip>
            <a:srcRect/>
            <a:stretch/>
          </p:blipFill>
          <p:spPr>
            <a:xfrm>
              <a:off x="7458575" y="3070300"/>
              <a:ext cx="3297924" cy="2767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1"/>
            <p:cNvPicPr preferRelativeResize="0"/>
            <p:nvPr/>
          </p:nvPicPr>
          <p:blipFill rotWithShape="1">
            <a:blip r:embed="rId7">
              <a:alphaModFix amt="67000"/>
            </a:blip>
            <a:srcRect l="5149" r="5140"/>
            <a:stretch/>
          </p:blipFill>
          <p:spPr>
            <a:xfrm>
              <a:off x="6567225" y="2202500"/>
              <a:ext cx="3453800" cy="3359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21"/>
          <p:cNvSpPr/>
          <p:nvPr/>
        </p:nvSpPr>
        <p:spPr>
          <a:xfrm>
            <a:off x="-1698675" y="474775"/>
            <a:ext cx="2801100" cy="28011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869223" y="2007350"/>
            <a:ext cx="3477598" cy="3382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 rotWithShape="1">
          <a:blip r:embed="rId3">
            <a:alphaModFix amt="67000"/>
          </a:blip>
          <a:srcRect l="5149" r="5140"/>
          <a:stretch/>
        </p:blipFill>
        <p:spPr>
          <a:xfrm>
            <a:off x="-1373100" y="3851039"/>
            <a:ext cx="2672275" cy="21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3"/>
          <p:cNvGrpSpPr/>
          <p:nvPr/>
        </p:nvGrpSpPr>
        <p:grpSpPr>
          <a:xfrm>
            <a:off x="-1635375" y="-3095074"/>
            <a:ext cx="13986526" cy="9858123"/>
            <a:chOff x="-1635375" y="-3095074"/>
            <a:chExt cx="13986526" cy="9858123"/>
          </a:xfrm>
        </p:grpSpPr>
        <p:pic>
          <p:nvPicPr>
            <p:cNvPr id="165" name="Google Shape;165;p23"/>
            <p:cNvPicPr preferRelativeResize="0"/>
            <p:nvPr/>
          </p:nvPicPr>
          <p:blipFill rotWithShape="1">
            <a:blip r:embed="rId2">
              <a:alphaModFix amt="49000"/>
            </a:blip>
            <a:srcRect l="-2360" t="1000" r="-680" b="-1000"/>
            <a:stretch/>
          </p:blipFill>
          <p:spPr>
            <a:xfrm rot="2434265">
              <a:off x="7697399" y="-2426049"/>
              <a:ext cx="3673429" cy="4372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635375" y="3298025"/>
              <a:ext cx="4083151" cy="34650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ctrTitle"/>
          </p:nvPr>
        </p:nvSpPr>
        <p:spPr>
          <a:xfrm>
            <a:off x="1622100" y="1508750"/>
            <a:ext cx="5899800" cy="16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b="0" dirty="0">
                <a:latin typeface="Raleway SemiBold"/>
                <a:sym typeface="Raleway SemiBold"/>
              </a:rPr>
              <a:t>Segmentation &amp; Grouping in </a:t>
            </a:r>
            <a:r>
              <a:rPr lang="en" b="0" dirty="0" err="1">
                <a:latin typeface="Raleway SemiBold"/>
                <a:sym typeface="Raleway SemiBold"/>
              </a:rPr>
              <a:t>PowerBI</a:t>
            </a:r>
            <a:endParaRPr lang="en" sz="4000" b="0" dirty="0" err="1">
              <a:solidFill>
                <a:srgbClr val="000000"/>
              </a:solidFill>
            </a:endParaRPr>
          </a:p>
        </p:txBody>
      </p:sp>
      <p:sp>
        <p:nvSpPr>
          <p:cNvPr id="178" name="Google Shape;178;p27"/>
          <p:cNvSpPr txBox="1">
            <a:spLocks noGrp="1"/>
          </p:cNvSpPr>
          <p:nvPr>
            <p:ph type="subTitle" idx="1"/>
          </p:nvPr>
        </p:nvSpPr>
        <p:spPr>
          <a:xfrm>
            <a:off x="2196225" y="3280575"/>
            <a:ext cx="47514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Week 10 Project - Data Drifters</a:t>
            </a:r>
          </a:p>
        </p:txBody>
      </p:sp>
      <p:sp>
        <p:nvSpPr>
          <p:cNvPr id="179" name="Google Shape;179;p27"/>
          <p:cNvSpPr/>
          <p:nvPr/>
        </p:nvSpPr>
        <p:spPr>
          <a:xfrm>
            <a:off x="-1525200" y="882725"/>
            <a:ext cx="2890800" cy="36201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18D7A-A0D1-E931-2504-15A48F4F622D}"/>
              </a:ext>
            </a:extLst>
          </p:cNvPr>
          <p:cNvSpPr txBox="1"/>
          <p:nvPr/>
        </p:nvSpPr>
        <p:spPr>
          <a:xfrm>
            <a:off x="6545178" y="4405563"/>
            <a:ext cx="259882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Thato </a:t>
            </a:r>
            <a:r>
              <a:rPr lang="en-US" dirty="0" err="1"/>
              <a:t>Msina</a:t>
            </a:r>
            <a:r>
              <a:rPr lang="en-US" dirty="0"/>
              <a:t>, </a:t>
            </a:r>
            <a:r>
              <a:rPr lang="en-US" dirty="0" err="1"/>
              <a:t>Jereshan</a:t>
            </a:r>
            <a:r>
              <a:rPr lang="en-US" dirty="0"/>
              <a:t> Sinan, Kaylene Martins, Lesedi </a:t>
            </a:r>
            <a:r>
              <a:rPr lang="en-US" dirty="0" err="1"/>
              <a:t>Mphachake</a:t>
            </a:r>
            <a:r>
              <a:rPr lang="en-US" dirty="0"/>
              <a:t>, Fikile </a:t>
            </a:r>
            <a:r>
              <a:rPr lang="en-US" dirty="0" err="1"/>
              <a:t>Noyila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</a:t>
            </a:r>
            <a:r>
              <a:rPr lang="en">
                <a:sym typeface="Raleway Medium"/>
              </a:rPr>
              <a:t>contents</a:t>
            </a:r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2D01E4F-3AE2-429E-67B5-A038E72F1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825795"/>
              </p:ext>
            </p:extLst>
          </p:nvPr>
        </p:nvGraphicFramePr>
        <p:xfrm>
          <a:off x="1831206" y="1504429"/>
          <a:ext cx="5473566" cy="2717514"/>
        </p:xfrm>
        <a:graphic>
          <a:graphicData uri="http://schemas.openxmlformats.org/drawingml/2006/table">
            <a:tbl>
              <a:tblPr firstRow="1" bandRow="1">
                <a:tableStyleId>{B5910B5D-EE4D-4313-96DD-47783E390706}</a:tableStyleId>
              </a:tblPr>
              <a:tblGrid>
                <a:gridCol w="2736783">
                  <a:extLst>
                    <a:ext uri="{9D8B030D-6E8A-4147-A177-3AD203B41FA5}">
                      <a16:colId xmlns:a16="http://schemas.microsoft.com/office/drawing/2014/main" val="4242137401"/>
                    </a:ext>
                  </a:extLst>
                </a:gridCol>
                <a:gridCol w="2736783">
                  <a:extLst>
                    <a:ext uri="{9D8B030D-6E8A-4147-A177-3AD203B41FA5}">
                      <a16:colId xmlns:a16="http://schemas.microsoft.com/office/drawing/2014/main" val="4076498123"/>
                    </a:ext>
                  </a:extLst>
                </a:gridCol>
              </a:tblGrid>
              <a:tr h="401052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/>
                        <a:t>SLIDE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/>
                        <a:t>SLIDE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242010"/>
                  </a:ext>
                </a:extLst>
              </a:tr>
              <a:tr h="38607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Dataset </a:t>
                      </a:r>
                      <a:r>
                        <a:rPr lang="en-US" err="1"/>
                        <a:t>Overv</a:t>
                      </a:r>
                      <a:r>
                        <a:rPr lang="en-US"/>
                        <a:t>iew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Slide 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733902"/>
                  </a:ext>
                </a:extLst>
              </a:tr>
              <a:tr h="3860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</a:t>
                      </a:r>
                      <a:r>
                        <a:rPr lang="en-US" dirty="0" err="1"/>
                        <a:t>Preperation</a:t>
                      </a:r>
                      <a:r>
                        <a:rPr lang="en-US" dirty="0"/>
                        <a:t> in </a:t>
                      </a:r>
                      <a:r>
                        <a:rPr lang="en-US" dirty="0" err="1"/>
                        <a:t>PowerBI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Slide 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640162"/>
                  </a:ext>
                </a:extLst>
              </a:tr>
              <a:tr h="38607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Customer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Slide 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914158"/>
                  </a:ext>
                </a:extLst>
              </a:tr>
              <a:tr h="3860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Dashbo</a:t>
                      </a:r>
                      <a:r>
                        <a:rPr lang="en-US"/>
                        <a:t>ard Visuals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Slide 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751300"/>
                  </a:ext>
                </a:extLst>
              </a:tr>
              <a:tr h="38607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Insights from the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Slide 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051099"/>
                  </a:ext>
                </a:extLst>
              </a:tr>
              <a:tr h="38607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Business Recommendations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Slide 08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884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740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600"/>
              <a:t>Dataset Overview</a:t>
            </a:r>
            <a:endParaRPr lang="en-US" sz="3600"/>
          </a:p>
        </p:txBody>
      </p:sp>
      <p:sp>
        <p:nvSpPr>
          <p:cNvPr id="429" name="Google Shape;429;p45"/>
          <p:cNvSpPr txBox="1">
            <a:spLocks noGrp="1"/>
          </p:cNvSpPr>
          <p:nvPr>
            <p:ph type="subTitle" idx="1"/>
          </p:nvPr>
        </p:nvSpPr>
        <p:spPr>
          <a:xfrm>
            <a:off x="723229" y="1369623"/>
            <a:ext cx="4002900" cy="14218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 dirty="0">
                <a:latin typeface="Bierstadt Display"/>
              </a:rPr>
              <a:t>The dataset contains 400 customers and 5 variables.</a:t>
            </a:r>
            <a:endParaRPr lang="en-US">
              <a:latin typeface="Bierstadt Display"/>
            </a:endParaRPr>
          </a:p>
          <a:p>
            <a:pPr marL="285750" indent="-285750">
              <a:buFont typeface="Arial"/>
              <a:buChar char="•"/>
            </a:pPr>
            <a:r>
              <a:rPr lang="en" dirty="0">
                <a:latin typeface="Bierstadt Display"/>
              </a:rPr>
              <a:t>Key variables include </a:t>
            </a:r>
            <a:r>
              <a:rPr lang="en" dirty="0" err="1">
                <a:latin typeface="Bierstadt Display"/>
              </a:rPr>
              <a:t>CustomerID</a:t>
            </a:r>
            <a:r>
              <a:rPr lang="en" dirty="0">
                <a:latin typeface="Bierstadt Display"/>
              </a:rPr>
              <a:t>, Age, Income, Spend, and Region.</a:t>
            </a:r>
          </a:p>
          <a:p>
            <a:pPr marL="285750" indent="-285750">
              <a:buFont typeface="Arial"/>
              <a:buChar char="•"/>
            </a:pPr>
            <a:r>
              <a:rPr lang="en">
                <a:latin typeface="Bierstadt Display"/>
              </a:rPr>
              <a:t>The data was imported into Power BI for cleaning, transformation, and analysis.</a:t>
            </a:r>
          </a:p>
          <a:p>
            <a:pPr marL="285750" indent="-285750">
              <a:buFont typeface="Arial"/>
              <a:buChar char="•"/>
            </a:pPr>
            <a:r>
              <a:rPr lang="en">
                <a:latin typeface="Bierstadt Display"/>
              </a:rPr>
              <a:t>No missing values were found in the dataset.</a:t>
            </a:r>
            <a:br>
              <a:rPr lang="en" dirty="0">
                <a:latin typeface="Bierstadt Display"/>
              </a:rPr>
            </a:br>
            <a:br>
              <a:rPr lang="en" dirty="0">
                <a:latin typeface="Bierstadt Display"/>
              </a:rPr>
            </a:br>
            <a:br>
              <a:rPr lang="en" dirty="0">
                <a:latin typeface="Bierstadt Display"/>
              </a:rPr>
            </a:br>
            <a:endParaRPr lang="en">
              <a:latin typeface="Bierstadt Display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pic>
        <p:nvPicPr>
          <p:cNvPr id="430" name="Google Shape;430;p45" descr="A circular icon with a stack of coins&#10;&#10;AI-generated content may b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13915" r="13915"/>
          <a:stretch/>
        </p:blipFill>
        <p:spPr>
          <a:xfrm>
            <a:off x="5115271" y="919982"/>
            <a:ext cx="3311556" cy="354966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2AC627-7AD5-FCBA-205C-733029883A95}"/>
              </a:ext>
            </a:extLst>
          </p:cNvPr>
          <p:cNvSpPr txBox="1"/>
          <p:nvPr/>
        </p:nvSpPr>
        <p:spPr>
          <a:xfrm>
            <a:off x="822158" y="2893594"/>
            <a:ext cx="36335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 sz="1200">
                <a:latin typeface="Bierstadt Display"/>
              </a:rPr>
              <a:t>Purpose:</a:t>
            </a:r>
            <a:br>
              <a:rPr lang="en" sz="1200" dirty="0">
                <a:latin typeface="Bierstadt Display"/>
              </a:rPr>
            </a:br>
            <a:r>
              <a:rPr lang="en" sz="1200">
                <a:latin typeface="Bierstadt Display"/>
              </a:rPr>
              <a:t> The dataset helps analyze customer spending behavior across different regions and income levels.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75F7586B-04B9-6345-7F19-1BE33FFD4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>
            <a:extLst>
              <a:ext uri="{FF2B5EF4-FFF2-40B4-BE49-F238E27FC236}">
                <a16:creationId xmlns:a16="http://schemas.microsoft.com/office/drawing/2014/main" id="{904D8EA6-AABE-8385-8235-E9EFFC43DC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/>
              <a:t>Data Preparation in Power BI</a:t>
            </a:r>
            <a:endParaRPr lang="en-US" sz="3200"/>
          </a:p>
        </p:txBody>
      </p:sp>
      <p:sp>
        <p:nvSpPr>
          <p:cNvPr id="429" name="Google Shape;429;p45">
            <a:extLst>
              <a:ext uri="{FF2B5EF4-FFF2-40B4-BE49-F238E27FC236}">
                <a16:creationId xmlns:a16="http://schemas.microsoft.com/office/drawing/2014/main" id="{0538E9AF-7855-9726-92F8-1E22B14452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7663" y="1531717"/>
            <a:ext cx="40029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/>
              <a:t>Data types were verified for each column.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"/>
              <a:t>Age groups were created to better categorize customers.</a:t>
            </a:r>
          </a:p>
          <a:p>
            <a:pPr marL="285750" indent="-285750">
              <a:buFont typeface="Arial"/>
              <a:buChar char="•"/>
            </a:pPr>
            <a:r>
              <a:rPr lang="en"/>
              <a:t>Spending behavior was analyzed using the Spend column.</a:t>
            </a:r>
          </a:p>
          <a:p>
            <a:pPr marL="285750" indent="-285750">
              <a:buFont typeface="Arial"/>
              <a:buChar char="•"/>
            </a:pPr>
            <a:r>
              <a:rPr lang="en"/>
              <a:t>Data was prepared to support customer segmentation analysis.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pic>
        <p:nvPicPr>
          <p:cNvPr id="430" name="Google Shape;430;p4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55FE23-64BC-4B62-5367-5622472F24DE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t="-135" r="-342"/>
          <a:stretch>
            <a:fillRect/>
          </a:stretch>
        </p:blipFill>
        <p:spPr>
          <a:xfrm>
            <a:off x="5375954" y="1286305"/>
            <a:ext cx="2937768" cy="34540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93886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8CCBBBCB-A318-EAAD-60BA-9B72CD73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>
            <a:extLst>
              <a:ext uri="{FF2B5EF4-FFF2-40B4-BE49-F238E27FC236}">
                <a16:creationId xmlns:a16="http://schemas.microsoft.com/office/drawing/2014/main" id="{D2B9507F-5052-7C5A-EFAA-FE47395FDB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/>
              <a:t>Customer Segmentation</a:t>
            </a:r>
            <a:endParaRPr lang="en-US" sz="3200"/>
          </a:p>
        </p:txBody>
      </p:sp>
      <p:pic>
        <p:nvPicPr>
          <p:cNvPr id="430" name="Google Shape;430;p4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02E3AC9-1A19-6072-4814-BBC450C0EB34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t="-919" r="16244"/>
          <a:stretch>
            <a:fillRect/>
          </a:stretch>
        </p:blipFill>
        <p:spPr>
          <a:xfrm>
            <a:off x="5285717" y="1449769"/>
            <a:ext cx="3645113" cy="20372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B5897A-AAA7-68D3-A212-A1B833692D5E}"/>
              </a:ext>
            </a:extLst>
          </p:cNvPr>
          <p:cNvSpPr txBox="1"/>
          <p:nvPr/>
        </p:nvSpPr>
        <p:spPr>
          <a:xfrm>
            <a:off x="481479" y="1290205"/>
            <a:ext cx="45720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latin typeface="Bierstadt Display"/>
              </a:rPr>
              <a:t>Customers were grouped based on their spending levels using a DAX calculated column.</a:t>
            </a:r>
          </a:p>
          <a:p>
            <a:r>
              <a:rPr lang="en-US" sz="1200">
                <a:latin typeface="Bierstadt Display"/>
              </a:rPr>
              <a:t>Segmentation Rules:</a:t>
            </a:r>
          </a:p>
          <a:p>
            <a:endParaRPr lang="en-US"/>
          </a:p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34A600-5084-B39D-A4A2-B388FEB9F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282980"/>
              </p:ext>
            </p:extLst>
          </p:nvPr>
        </p:nvGraphicFramePr>
        <p:xfrm>
          <a:off x="485236" y="2091546"/>
          <a:ext cx="4807526" cy="1097280"/>
        </p:xfrm>
        <a:graphic>
          <a:graphicData uri="http://schemas.openxmlformats.org/drawingml/2006/table">
            <a:tbl>
              <a:tblPr firstRow="1" bandRow="1">
                <a:tableStyleId>{B5910B5D-EE4D-4313-96DD-47783E390706}</a:tableStyleId>
              </a:tblPr>
              <a:tblGrid>
                <a:gridCol w="2403763">
                  <a:extLst>
                    <a:ext uri="{9D8B030D-6E8A-4147-A177-3AD203B41FA5}">
                      <a16:colId xmlns:a16="http://schemas.microsoft.com/office/drawing/2014/main" val="1284116801"/>
                    </a:ext>
                  </a:extLst>
                </a:gridCol>
                <a:gridCol w="2403763">
                  <a:extLst>
                    <a:ext uri="{9D8B030D-6E8A-4147-A177-3AD203B41FA5}">
                      <a16:colId xmlns:a16="http://schemas.microsoft.com/office/drawing/2014/main" val="1645172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Bierstadt Display"/>
                          <a:cs typeface="Arial"/>
                          <a:sym typeface="Arial"/>
                        </a:rPr>
                        <a:t>Spending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Bierstadt Display"/>
                          <a:cs typeface="Arial"/>
                          <a:sym typeface="Arial"/>
                        </a:rPr>
                        <a:t>Segment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095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Bierstadt Display"/>
                          <a:cs typeface="Arial"/>
                          <a:sym typeface="Arial"/>
                        </a:rPr>
                        <a:t>Spend &lt; 3000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Bierstadt Display"/>
                          <a:cs typeface="Arial"/>
                          <a:sym typeface="Arial"/>
                        </a:rPr>
                        <a:t>Low Spender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446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Bierstadt Display"/>
                          <a:cs typeface="Arial"/>
                          <a:sym typeface="Arial"/>
                        </a:rPr>
                        <a:t>Spend 3000 – 8000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Bierstadt Display"/>
                          <a:cs typeface="Arial"/>
                          <a:sym typeface="Arial"/>
                        </a:rPr>
                        <a:t>Medium Spender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60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Bierstadt Display"/>
                          <a:cs typeface="Arial"/>
                          <a:sym typeface="Arial"/>
                        </a:rPr>
                        <a:t>Spend &gt; 8000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Bierstadt Display"/>
                          <a:cs typeface="Arial"/>
                          <a:sym typeface="Arial"/>
                        </a:rPr>
                        <a:t>High Spender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984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0231A3-8356-DB8F-C986-D6464DAD4FE0}"/>
              </a:ext>
            </a:extLst>
          </p:cNvPr>
          <p:cNvSpPr txBox="1"/>
          <p:nvPr/>
        </p:nvSpPr>
        <p:spPr>
          <a:xfrm>
            <a:off x="485236" y="3380476"/>
            <a:ext cx="4572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Bierstadt Display"/>
              </a:rPr>
              <a:t>This segmentation helps identify high-value customers and understand spending patterns across different customer groups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44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F6A3901E-5D6C-9435-59CC-C20EC105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>
            <a:extLst>
              <a:ext uri="{FF2B5EF4-FFF2-40B4-BE49-F238E27FC236}">
                <a16:creationId xmlns:a16="http://schemas.microsoft.com/office/drawing/2014/main" id="{7DECFA9C-973D-D728-2FF8-D87642B283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382" y="445025"/>
            <a:ext cx="446297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dirty="0"/>
              <a:t>Key Dashboard Visuals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A658E5-A808-A1E7-F6C9-80BAFCF31A82}"/>
              </a:ext>
            </a:extLst>
          </p:cNvPr>
          <p:cNvSpPr txBox="1"/>
          <p:nvPr/>
        </p:nvSpPr>
        <p:spPr>
          <a:xfrm>
            <a:off x="444382" y="1485718"/>
            <a:ext cx="3556118" cy="27699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Bierstadt Display"/>
              </a:rPr>
              <a:t>The Power BI dashboard includes the following visuals:</a:t>
            </a:r>
          </a:p>
          <a:p>
            <a:pPr marL="285750" indent="-285750">
              <a:buChar char="•"/>
            </a:pPr>
            <a:r>
              <a:rPr lang="en-US" sz="1200" dirty="0">
                <a:latin typeface="Bierstadt Display"/>
              </a:rPr>
              <a:t>Spend by Segment (Column Chart)</a:t>
            </a:r>
            <a:br>
              <a:rPr lang="en-US" sz="1200" dirty="0">
                <a:latin typeface="Bierstadt Display"/>
              </a:rPr>
            </a:br>
            <a:r>
              <a:rPr lang="en-US" sz="1200" dirty="0">
                <a:latin typeface="Bierstadt Display"/>
              </a:rPr>
              <a:t> Shows the total spending contribution of each customer segment.</a:t>
            </a:r>
          </a:p>
          <a:p>
            <a:pPr marL="285750" indent="-285750">
              <a:buChar char="•"/>
            </a:pPr>
            <a:r>
              <a:rPr lang="en-US" sz="1200" dirty="0">
                <a:latin typeface="Bierstadt Display"/>
              </a:rPr>
              <a:t>Customers by Region (Pie/Bar Chart)</a:t>
            </a:r>
            <a:br>
              <a:rPr lang="en-US" sz="1200" dirty="0">
                <a:latin typeface="Bierstadt Display"/>
              </a:rPr>
            </a:br>
            <a:r>
              <a:rPr lang="en-US" sz="1200" dirty="0">
                <a:latin typeface="Bierstadt Display"/>
              </a:rPr>
              <a:t> Displays how customers are distributed across regions.</a:t>
            </a:r>
          </a:p>
          <a:p>
            <a:pPr marL="285750" indent="-285750">
              <a:buChar char="•"/>
            </a:pPr>
            <a:r>
              <a:rPr lang="en-US" sz="1200" dirty="0">
                <a:latin typeface="Bierstadt Display"/>
              </a:rPr>
              <a:t>Segment Slicer</a:t>
            </a:r>
            <a:br>
              <a:rPr lang="en-US" sz="1200" dirty="0">
                <a:latin typeface="Bierstadt Display"/>
              </a:rPr>
            </a:br>
            <a:r>
              <a:rPr lang="en-US" sz="1200" dirty="0">
                <a:latin typeface="Bierstadt Display"/>
              </a:rPr>
              <a:t> Allows users to filter the dashboard interactively by spending segment.</a:t>
            </a:r>
          </a:p>
          <a:p>
            <a:endParaRPr lang="en-US" dirty="0"/>
          </a:p>
          <a:p>
            <a:endParaRPr lang="en-US" dirty="0"/>
          </a:p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B1EC5-113E-D1EB-B4C1-F08BF824F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1167866"/>
            <a:ext cx="4991100" cy="34056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8776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F31FC2E5-431A-4D71-F091-B4C8704FD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>
            <a:extLst>
              <a:ext uri="{FF2B5EF4-FFF2-40B4-BE49-F238E27FC236}">
                <a16:creationId xmlns:a16="http://schemas.microsoft.com/office/drawing/2014/main" id="{A7291AE1-CB62-449B-24F9-BEC6345F47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754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dirty="0"/>
              <a:t>Insights from the Dashboard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2356B2-E84A-B158-DEA6-DF4E2A799E32}"/>
              </a:ext>
            </a:extLst>
          </p:cNvPr>
          <p:cNvSpPr txBox="1"/>
          <p:nvPr/>
        </p:nvSpPr>
        <p:spPr>
          <a:xfrm>
            <a:off x="395754" y="1356032"/>
            <a:ext cx="4572000" cy="2431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200" dirty="0">
                <a:latin typeface="Bierstadt Display"/>
              </a:rPr>
              <a:t>High spenders contribute the largest portion of total revenue.</a:t>
            </a:r>
          </a:p>
          <a:p>
            <a:pPr marL="285750" indent="-285750">
              <a:buChar char="•"/>
            </a:pPr>
            <a:r>
              <a:rPr lang="en-US" sz="1200" dirty="0">
                <a:latin typeface="Bierstadt Display"/>
              </a:rPr>
              <a:t>Medium spenders represent a large portion of the customer base.</a:t>
            </a:r>
          </a:p>
          <a:p>
            <a:pPr marL="285750" indent="-285750">
              <a:buChar char="•"/>
            </a:pPr>
            <a:r>
              <a:rPr lang="en-US" sz="1200" dirty="0">
                <a:latin typeface="Bierstadt Display"/>
              </a:rPr>
              <a:t>Customer distribution varies across different regions, indicating potential market opportunities.</a:t>
            </a:r>
          </a:p>
          <a:p>
            <a:pPr marL="285750" indent="-285750">
              <a:buChar char="•"/>
            </a:pPr>
            <a:r>
              <a:rPr lang="en-US" sz="1200" dirty="0">
                <a:latin typeface="Bierstadt Display"/>
              </a:rPr>
              <a:t>Interactive filters allow deeper analysis of specific customer groups.</a:t>
            </a:r>
          </a:p>
          <a:p>
            <a:r>
              <a:rPr lang="en-US" sz="1200" dirty="0">
                <a:latin typeface="Bierstadt Display"/>
              </a:rPr>
              <a:t>These insights help businesses better understand customer behavior and target marketing strategies effectively.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91E156-913C-FE88-AD35-7B5495A79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219" y="1356032"/>
            <a:ext cx="4014982" cy="25873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0566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F3EAA37C-12FF-9022-9D0D-DFA5DAEA1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>
            <a:extLst>
              <a:ext uri="{FF2B5EF4-FFF2-40B4-BE49-F238E27FC236}">
                <a16:creationId xmlns:a16="http://schemas.microsoft.com/office/drawing/2014/main" id="{396FEB49-7835-889B-3432-F85768033F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/>
              <a:t>Business Recommendations</a:t>
            </a:r>
            <a:endParaRPr lang="en-US" sz="3200"/>
          </a:p>
        </p:txBody>
      </p:sp>
      <p:pic>
        <p:nvPicPr>
          <p:cNvPr id="430" name="Google Shape;430;p45">
            <a:extLst>
              <a:ext uri="{FF2B5EF4-FFF2-40B4-BE49-F238E27FC236}">
                <a16:creationId xmlns:a16="http://schemas.microsoft.com/office/drawing/2014/main" id="{2D2F7373-1FE0-C0DA-CE12-19B624BC14B4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444" t="8044" r="7157" b="7546"/>
          <a:stretch/>
        </p:blipFill>
        <p:spPr>
          <a:xfrm>
            <a:off x="5716849" y="1060350"/>
            <a:ext cx="2489400" cy="3449400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030B8C-0EAB-DEAF-A3E2-1DCBD9FD7794}"/>
              </a:ext>
            </a:extLst>
          </p:cNvPr>
          <p:cNvSpPr txBox="1"/>
          <p:nvPr/>
        </p:nvSpPr>
        <p:spPr>
          <a:xfrm>
            <a:off x="481479" y="1290205"/>
            <a:ext cx="4572000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Char char="•"/>
            </a:pPr>
            <a:r>
              <a:rPr lang="en-US" sz="1200">
                <a:latin typeface="Bierstadt Display"/>
              </a:rPr>
              <a:t>Based on the analysis:</a:t>
            </a:r>
          </a:p>
          <a:p>
            <a:pPr>
              <a:buChar char="•"/>
            </a:pPr>
            <a:r>
              <a:rPr lang="en-US" sz="1200">
                <a:latin typeface="Bierstadt Display"/>
              </a:rPr>
              <a:t>Focus marketing campaigns on high-value customers to increase loyalty.</a:t>
            </a:r>
          </a:p>
          <a:p>
            <a:pPr>
              <a:buChar char="•"/>
            </a:pPr>
            <a:r>
              <a:rPr lang="en-US" sz="1200">
                <a:latin typeface="Bierstadt Display"/>
              </a:rPr>
              <a:t>Develop promotions to encourage medium spenders to spend more.</a:t>
            </a:r>
          </a:p>
          <a:p>
            <a:pPr>
              <a:buChar char="•"/>
            </a:pPr>
            <a:r>
              <a:rPr lang="en-US" sz="1200">
                <a:latin typeface="Bierstadt Display"/>
              </a:rPr>
              <a:t>Target regions with higher customer concentration</a:t>
            </a:r>
            <a:r>
              <a:rPr lang="en-US" sz="1200" dirty="0">
                <a:latin typeface="Bierstadt Display"/>
              </a:rPr>
              <a:t> </a:t>
            </a:r>
            <a:r>
              <a:rPr lang="en-US" sz="1200">
                <a:latin typeface="Bierstadt Display"/>
              </a:rPr>
              <a:t>for marketing efforts.</a:t>
            </a:r>
          </a:p>
          <a:p>
            <a:pPr>
              <a:buChar char="•"/>
            </a:pPr>
            <a:r>
              <a:rPr lang="en-US" sz="1200" dirty="0">
                <a:latin typeface="Bierstadt Display"/>
              </a:rPr>
              <a:t>Use data analytics regularly to monitor customer spending trends.</a:t>
            </a:r>
          </a:p>
          <a:p>
            <a:pPr>
              <a:buChar char="•"/>
            </a:pPr>
            <a:r>
              <a:rPr lang="en-US" sz="1200">
                <a:latin typeface="Bierstadt Display"/>
              </a:rPr>
              <a:t>This approach can help the business increase revenue and improve customer engagement.</a:t>
            </a:r>
          </a:p>
          <a:p>
            <a:pPr marL="285750" indent="-285750">
              <a:buChar char="•"/>
            </a:pPr>
            <a:endParaRPr lang="en-US" dirty="0"/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86019"/>
      </p:ext>
    </p:extLst>
  </p:cSld>
  <p:clrMapOvr>
    <a:masterClrMapping/>
  </p:clrMapOvr>
</p:sld>
</file>

<file path=ppt/theme/theme1.xml><?xml version="1.0" encoding="utf-8"?>
<a:theme xmlns:a="http://schemas.openxmlformats.org/drawingml/2006/main" name="Profit and Loss Statement Consulting by Slidesgo">
  <a:themeElements>
    <a:clrScheme name="Simple Light">
      <a:dk1>
        <a:srgbClr val="000000"/>
      </a:dk1>
      <a:lt1>
        <a:srgbClr val="E9E9E9"/>
      </a:lt1>
      <a:dk2>
        <a:srgbClr val="514DA2"/>
      </a:dk2>
      <a:lt2>
        <a:srgbClr val="C597BE"/>
      </a:lt2>
      <a:accent1>
        <a:srgbClr val="E7BFB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1D581868885D4AB5E1A619C00ED285" ma:contentTypeVersion="3" ma:contentTypeDescription="Create a new document." ma:contentTypeScope="" ma:versionID="ad3c01a9462c9983a32730db773253eb">
  <xsd:schema xmlns:xsd="http://www.w3.org/2001/XMLSchema" xmlns:xs="http://www.w3.org/2001/XMLSchema" xmlns:p="http://schemas.microsoft.com/office/2006/metadata/properties" xmlns:ns2="6b3180da-606d-4999-93e0-32059c7b445f" targetNamespace="http://schemas.microsoft.com/office/2006/metadata/properties" ma:root="true" ma:fieldsID="a360ffa035d4a4648c40ce56229a9795" ns2:_="">
    <xsd:import namespace="6b3180da-606d-4999-93e0-32059c7b44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3180da-606d-4999-93e0-32059c7b44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EE9AF1-75B4-42F1-9E7E-70399439F19C}">
  <ds:schemaRefs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6b3180da-606d-4999-93e0-32059c7b445f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7F434F4-BDBE-469F-94CC-CC9ED4E69E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3180da-606d-4999-93e0-32059c7b44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565A62-5019-4422-AF8D-32F486EE7A7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On-screen Show (16:9)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Bierstadt Display</vt:lpstr>
      <vt:lpstr>Raleway SemiBold</vt:lpstr>
      <vt:lpstr>Roboto Condensed Light</vt:lpstr>
      <vt:lpstr>Arial</vt:lpstr>
      <vt:lpstr>Raleway Medium</vt:lpstr>
      <vt:lpstr>Open Sans</vt:lpstr>
      <vt:lpstr>Raleway</vt:lpstr>
      <vt:lpstr>Profit and Loss Statement Consulting by Slidesgo</vt:lpstr>
      <vt:lpstr>Segmentation &amp; Grouping in PowerBI</vt:lpstr>
      <vt:lpstr>Table of contents</vt:lpstr>
      <vt:lpstr>Dataset Overview</vt:lpstr>
      <vt:lpstr>Data Preparation in Power BI</vt:lpstr>
      <vt:lpstr>Customer Segmentation</vt:lpstr>
      <vt:lpstr>Key Dashboard Visuals</vt:lpstr>
      <vt:lpstr>Insights from the Dashboard</vt:lpstr>
      <vt:lpstr>Business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Jereshan Sinan</cp:lastModifiedBy>
  <cp:revision>175</cp:revision>
  <dcterms:modified xsi:type="dcterms:W3CDTF">2026-03-17T08:55:10Z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0x0101009D1D581868885D4AB5E1A619C00ED285</vt:lpwstr>
  </property>
</Properties>
</file>